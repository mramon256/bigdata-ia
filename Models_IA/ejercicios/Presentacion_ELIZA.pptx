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2" r:id="rId5"/>
    <p:sldId id="275" r:id="rId6"/>
    <p:sldId id="276" r:id="rId7"/>
    <p:sldId id="277" r:id="rId8"/>
    <p:sldId id="279" r:id="rId9"/>
    <p:sldId id="294" r:id="rId10"/>
    <p:sldId id="281" r:id="rId11"/>
    <p:sldId id="282" r:id="rId12"/>
    <p:sldId id="296" r:id="rId13"/>
    <p:sldId id="284" r:id="rId14"/>
    <p:sldId id="285" r:id="rId15"/>
    <p:sldId id="293" r:id="rId16"/>
    <p:sldId id="295" r:id="rId17"/>
    <p:sldId id="288" r:id="rId18"/>
    <p:sldId id="289" r:id="rId1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4" dt="2026-09-20T18:58:44.2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napToGrid="0" showGuides="1">
      <p:cViewPr varScale="1">
        <p:scale>
          <a:sx n="102" d="100"/>
          <a:sy n="102" d="100"/>
        </p:scale>
        <p:origin x="954" y="9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5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Ramon Quintanilla" userId="S::mramonq@student.planetafp.es::babd9ed9-d31c-479a-9f44-46e8dc23751a" providerId="AD" clId="Web-{00000000-0000-0000-0000-000000000000}"/>
    <pc:docChg chg="modSld">
      <pc:chgData name="Martin Ramon Quintanilla" userId="S::mramonq@student.planetafp.es::babd9ed9-d31c-479a-9f44-46e8dc23751a" providerId="AD" clId="Web-{00000000-0000-0000-0000-000000000000}" dt="2026-09-20T18:58:44.268" v="50"/>
      <pc:docMkLst>
        <pc:docMk/>
      </pc:docMkLst>
      <pc:sldChg chg="modSp">
        <pc:chgData name="Martin Ramon Quintanilla" userId="S::mramonq@student.planetafp.es::babd9ed9-d31c-479a-9f44-46e8dc23751a" providerId="AD" clId="Web-{00000000-0000-0000-0000-000000000000}" dt="2026-09-20T18:45:16.793" v="46" actId="20577"/>
        <pc:sldMkLst>
          <pc:docMk/>
          <pc:sldMk cId="2775535166" sldId="275"/>
        </pc:sldMkLst>
        <pc:spChg chg="mod">
          <ac:chgData name="Martin Ramon Quintanilla" userId="S::mramonq@student.planetafp.es::babd9ed9-d31c-479a-9f44-46e8dc23751a" providerId="AD" clId="Web-{00000000-0000-0000-0000-000000000000}" dt="2026-09-20T18:45:16.793" v="46" actId="20577"/>
          <ac:spMkLst>
            <pc:docMk/>
            <pc:sldMk cId="2775535166" sldId="275"/>
            <ac:spMk id="19" creationId="{5DF64211-DCD8-B458-DBD2-EBDA7AE3396F}"/>
          </ac:spMkLst>
        </pc:spChg>
      </pc:sldChg>
      <pc:sldChg chg="addSp delSp modSp">
        <pc:chgData name="Martin Ramon Quintanilla" userId="S::mramonq@student.planetafp.es::babd9ed9-d31c-479a-9f44-46e8dc23751a" providerId="AD" clId="Web-{00000000-0000-0000-0000-000000000000}" dt="2026-09-20T18:58:44.268" v="50"/>
        <pc:sldMkLst>
          <pc:docMk/>
          <pc:sldMk cId="77554804" sldId="276"/>
        </pc:sldMkLst>
        <pc:spChg chg="add del mod">
          <ac:chgData name="Martin Ramon Quintanilla" userId="S::mramonq@student.planetafp.es::babd9ed9-d31c-479a-9f44-46e8dc23751a" providerId="AD" clId="Web-{00000000-0000-0000-0000-000000000000}" dt="2026-09-20T18:58:44.143" v="49"/>
          <ac:spMkLst>
            <pc:docMk/>
            <pc:sldMk cId="77554804" sldId="276"/>
            <ac:spMk id="3" creationId="{40968C97-BD97-F756-4E66-930D0BAC7965}"/>
          </ac:spMkLst>
        </pc:spChg>
        <pc:picChg chg="add del mod">
          <ac:chgData name="Martin Ramon Quintanilla" userId="S::mramonq@student.planetafp.es::babd9ed9-d31c-479a-9f44-46e8dc23751a" providerId="AD" clId="Web-{00000000-0000-0000-0000-000000000000}" dt="2026-09-20T18:58:44.268" v="50"/>
          <ac:picMkLst>
            <pc:docMk/>
            <pc:sldMk cId="77554804" sldId="276"/>
            <ac:picMk id="12" creationId="{8C4B5C6A-45B4-1976-622A-4CEB4E3211BC}"/>
          </ac:picMkLst>
        </pc:picChg>
      </pc:sldChg>
      <pc:sldChg chg="modSp">
        <pc:chgData name="Martin Ramon Quintanilla" userId="S::mramonq@student.planetafp.es::babd9ed9-d31c-479a-9f44-46e8dc23751a" providerId="AD" clId="Web-{00000000-0000-0000-0000-000000000000}" dt="2026-09-20T18:44:27.573" v="42"/>
        <pc:sldMkLst>
          <pc:docMk/>
          <pc:sldMk cId="3898447929" sldId="292"/>
        </pc:sldMkLst>
        <pc:spChg chg="mod">
          <ac:chgData name="Martin Ramon Quintanilla" userId="S::mramonq@student.planetafp.es::babd9ed9-d31c-479a-9f44-46e8dc23751a" providerId="AD" clId="Web-{00000000-0000-0000-0000-000000000000}" dt="2026-09-20T18:40:22.754" v="13" actId="20577"/>
          <ac:spMkLst>
            <pc:docMk/>
            <pc:sldMk cId="3898447929" sldId="292"/>
            <ac:spMk id="7" creationId="{93A3B864-5E85-99D2-93E5-5CA1F4F35DC7}"/>
          </ac:spMkLst>
        </pc:spChg>
        <pc:spChg chg="mod">
          <ac:chgData name="Martin Ramon Quintanilla" userId="S::mramonq@student.planetafp.es::babd9ed9-d31c-479a-9f44-46e8dc23751a" providerId="AD" clId="Web-{00000000-0000-0000-0000-000000000000}" dt="2026-09-20T18:42:20.539" v="34" actId="20577"/>
          <ac:spMkLst>
            <pc:docMk/>
            <pc:sldMk cId="3898447929" sldId="292"/>
            <ac:spMk id="9" creationId="{485E0237-B9A1-0B58-E0AA-05EF84817EB4}"/>
          </ac:spMkLst>
        </pc:spChg>
        <pc:picChg chg="mod">
          <ac:chgData name="Martin Ramon Quintanilla" userId="S::mramonq@student.planetafp.es::babd9ed9-d31c-479a-9f44-46e8dc23751a" providerId="AD" clId="Web-{00000000-0000-0000-0000-000000000000}" dt="2026-09-20T18:44:27.573" v="42"/>
          <ac:picMkLst>
            <pc:docMk/>
            <pc:sldMk cId="3898447929" sldId="292"/>
            <ac:picMk id="30" creationId="{18C88B4D-F554-49C2-A23C-DFE94D4C835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9823BFC3-5988-4FA7-A385-C9B1BEA3357B}" type="datetime1">
              <a:rPr lang="es-ES" smtClean="0"/>
              <a:t>20/09/2026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BB8DC1D1-B6C2-C644-8BF1-C34DBFFE1C7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es-ES"/>
          </a:p>
        </p:txBody>
      </p:sp>
      <p:sp>
        <p:nvSpPr>
          <p:cNvPr id="9" name="Marcador de imagen de diapositiva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es-ES"/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414A532-91FB-4987-B839-FD0C3B831248}" type="datetime1">
              <a:rPr lang="es-ES" smtClean="0"/>
              <a:pPr/>
              <a:t>20/09/2026</a:t>
            </a:fld>
            <a:endParaRPr lang="es-ES" dirty="0"/>
          </a:p>
        </p:txBody>
      </p:sp>
      <p:sp>
        <p:nvSpPr>
          <p:cNvPr id="12" name="Marcador de notas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fld id="{D060679C-80C7-4E7D-9614-ABA41C5B2858}" type="slidenum">
              <a:rPr lang="es-ES" smtClean="0"/>
              <a:pPr rtl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2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02410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3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4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850991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5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6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586647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7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1077465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8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09139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9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90198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10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041730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11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547045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12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13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14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0426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15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con imag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cxnSp>
        <p:nvCxnSpPr>
          <p:cNvPr id="24" name="Conector recto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800" b="0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el estilo de título del patrón </a:t>
            </a:r>
          </a:p>
        </p:txBody>
      </p:sp>
      <p:sp>
        <p:nvSpPr>
          <p:cNvPr id="47" name="Marcador de posición del contenido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imagen≈≈</a:t>
            </a:r>
          </a:p>
        </p:txBody>
      </p:sp>
      <p:sp>
        <p:nvSpPr>
          <p:cNvPr id="9" name="Forma libre: Forma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Forma libre: Forma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noProof="0" dirty="0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noProof="0" dirty="0"/>
          </a:p>
        </p:txBody>
      </p: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noProof="0" dirty="0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noProof="0" dirty="0"/>
          </a:p>
        </p:txBody>
      </p:sp>
      <p:sp>
        <p:nvSpPr>
          <p:cNvPr id="24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el estilo de título del patrón </a:t>
            </a:r>
          </a:p>
        </p:txBody>
      </p:sp>
      <p:sp>
        <p:nvSpPr>
          <p:cNvPr id="26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editar el estilo de título del patrón </a:t>
            </a:r>
          </a:p>
        </p:txBody>
      </p:sp>
      <p:sp>
        <p:nvSpPr>
          <p:cNvPr id="3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el estilo de título del patrón </a:t>
            </a:r>
          </a:p>
        </p:txBody>
      </p:sp>
      <p:sp>
        <p:nvSpPr>
          <p:cNvPr id="34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el estilo de título del patrón </a:t>
            </a:r>
          </a:p>
        </p:txBody>
      </p:sp>
      <p:sp>
        <p:nvSpPr>
          <p:cNvPr id="3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el estilo de título del patrón </a:t>
            </a:r>
          </a:p>
        </p:txBody>
      </p:sp>
      <p:sp>
        <p:nvSpPr>
          <p:cNvPr id="6" name="Forma libre: Forma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29" name="Forma libre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28" name="Forma libre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30" name="Forma libre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14" name="Marcador de posición del contenido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5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dirty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ítulo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8" name="Hexágono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1" name="Texto 47" descr="Haga clic en el icono para agregar una imagen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1" cap="all" baseline="0">
                <a:solidFill>
                  <a:schemeClr val="tx2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 rtlCol="0">
            <a:noAutofit/>
          </a:bodyPr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11" name="Marcador de posición del contenido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editar el estilo del texto patrón</a:t>
            </a:r>
            <a:endParaRPr lang="es-ES" alt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ítulo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0" name="Marcador de posición de tabla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editar el estilo del texto patrón</a:t>
            </a:r>
            <a:endParaRPr lang="es-ES" altLang="en-US"/>
          </a:p>
        </p:txBody>
      </p:sp>
      <p:sp>
        <p:nvSpPr>
          <p:cNvPr id="9" name="Forma libre: Forma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3" name="Forma libre: Forma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rtlCol="0" anchor="b">
            <a:noAutofit/>
          </a:bodyPr>
          <a:lstStyle>
            <a:lvl1pPr>
              <a:defRPr lang="es-ES" sz="2700">
                <a:latin typeface="+mn-lt"/>
              </a:defRPr>
            </a:lvl1pPr>
          </a:lstStyle>
          <a:p>
            <a:pPr rtl="0"/>
            <a:r>
              <a:rPr lang="es-ES" noProof="0"/>
              <a:t>Haga clic para editar el texto</a:t>
            </a:r>
          </a:p>
        </p:txBody>
      </p:sp>
      <p:sp>
        <p:nvSpPr>
          <p:cNvPr id="11" name="subtítulo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500" b="0">
                <a:solidFill>
                  <a:schemeClr val="accent2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los estilos de texto del patrón </a:t>
            </a:r>
          </a:p>
        </p:txBody>
      </p:sp>
      <p:sp>
        <p:nvSpPr>
          <p:cNvPr id="4" name="Forma libre: Forma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600" noProof="0" dirty="0"/>
          </a:p>
        </p:txBody>
      </p: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8" name="Forma libre: Forma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miembros del 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ítulo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0" name="Marcador de posición del contenido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52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3" name="Marcador de posición del contenido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1" name="Marcador de posición del contenido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2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2" name="Marcador de posición del contenido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2" name="Marcador de posición del contenido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1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0" name="Marcador de posición del contenido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3" name="Marcador de posición del contenido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2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6" name="Marcador de posición del contenido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iembros del 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rtlCol="0" anchor="t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8" name="Marcador de posición del contenido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3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0" name="Marcador de posición del contenido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s-ES" sz="1400" b="0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56" name="Marcador de posición del contenido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2" name="Marcador de posición del contenido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8" name="Marcador de posición del contenido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4" name="Marcador de posición del contenido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61" name="Marcador de posición del contenido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 dirty="0"/>
          </a:p>
        </p:txBody>
      </p:sp>
      <p:sp>
        <p:nvSpPr>
          <p:cNvPr id="4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6" name="Marcador de posición del contenido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9" name="Marcador de posición del contenido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0" name="Marcador de posición del contenido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62" name="Marcador de posición del contenido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5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2" name="Marcador de posición del contenido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55" name="Marcador de posición del contenido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5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8" name="Marcador de posición del contenido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63" name="Marcador de posición del contenido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5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60" name="Marcador de posición del contenido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 rtlCol="0">
            <a:noAutofit/>
          </a:bodyPr>
          <a:lstStyle>
            <a:lvl1pPr>
              <a:defRPr lang="es-ES" b="0"/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as con ico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Forma libre: Forma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6" name="Forma libre: Forma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7" name="Forma libre: Forma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3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2" name="Marcador de posición del contenido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4" name="Marcador de posición del contenido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6" name="Marcador de posición del contenido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8" name="Marcador de posición del contenido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0" name="Marcador de posición del contenido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1" name="Marcador de posición del contenido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2" name="Marcador de posición del contenido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3" name="Marcador de posición del contenido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4" name="Marcador de posición del contenido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5" name="Marcador de posición del contenido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25" name="Marcador de título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posición del contenido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0" name="Marcador de posición del contenido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1" name="Marcador de posición del contenido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3" name="Marcador de posición del contenido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l contenido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7" name="Marcador de posición del contenido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4" name="Marcador de título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5" name="Marcador de posición del contenido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6" name="Marcador de posición del contenido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8" name="Marcador de posición del contenido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9" name="Marcador de posición del contenido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orma libre: Forma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orma libre: Forma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orma libre: Forma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orma libre: Forma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orma libre: Forma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orma libre: Forma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orma libre: Forma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rgbClr val="44678D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orma libre: Forma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orma libre: Forma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orma libre: Forma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orma libre: Forma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orma libre: Forma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orma libre: Forma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orma libre: Forma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orma libre: Forma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orma libre: Forma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orma libre: Forma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orma libre: Forma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orma libre: Forma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86" name="Marcador de posición del contenido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8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88" name="Marcador de posición del contenido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s-E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8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90" name="Marcador de posición del contenido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9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92" name="Marcador de posición del contenido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9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94" name="Marcador de posición del contenido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rtlCol="0" anchor="t">
            <a:noAutofit/>
          </a:bodyPr>
          <a:lstStyle>
            <a:lvl1pPr algn="l">
              <a:defRPr lang="es-ES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7" name="Forma libre: Forma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8" name="Forma libre: Forma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15" name="Forma libre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21" name="Subtítulo 47" descr="Haga clic en el icono para agregar una imagen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el estilo de título del patrón </a:t>
            </a:r>
          </a:p>
        </p:txBody>
      </p:sp>
      <p:sp>
        <p:nvSpPr>
          <p:cNvPr id="23" name="Marcador de posición del contenido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los estilos de texto del patrón </a:t>
            </a:r>
          </a:p>
        </p:txBody>
      </p:sp>
      <p:sp>
        <p:nvSpPr>
          <p:cNvPr id="37" name="Marcador de posición de imagen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rtlCol="0" anchor="b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8" name="Subtítulo 47" descr="Haga clic en el icono para agregar una imagen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el estilo de título del patrón </a:t>
            </a:r>
          </a:p>
        </p:txBody>
      </p:sp>
      <p:sp>
        <p:nvSpPr>
          <p:cNvPr id="20" name="Marcador de posición del contenido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los estilos de texto del patrón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a libre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6" name="Forma libre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2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3" name="Marcador de contenido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4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6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0" name="Marcador de contenido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8" name="Marcador de contenido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7" name="Forma libre: Forma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rtlCol="0" anchor="t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8" name="Marcador de posición de imagen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19" name="Marcador de posición de imagen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18" name="Marcador de contenido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500" b="0">
                <a:solidFill>
                  <a:schemeClr val="bg1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19" name="Forma libre: Forma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0" name="Forma libre: Forma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rtlCol="0" anchor="t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orma libre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9" name="Hexágono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0" name="Hexágono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1" name="Hexágono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2" name="Hexágono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4" name="Forma libre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4" name="Hexágono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5" name="Hexágono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3" name="Forma libre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8" name="Hexágono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6" name="Forma libre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8" name="Marcador de contenido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29" name="Marcador de contenido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30" name="Marcador de contenido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31" name="Marcador de contenido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21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0">
                <a:solidFill>
                  <a:schemeClr val="bg1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rtlCol="0" anchor="b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0" name="Forma libre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l contenido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ítulo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b="1" kern="1200">
          <a:solidFill>
            <a:schemeClr val="bg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4284439" cy="2057441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sz="4000" dirty="0">
                <a:latin typeface="Arial Black"/>
              </a:rPr>
              <a:t>ELIZA – EL PRIMER CHATBOT</a:t>
            </a:r>
            <a:endParaRPr lang="es-ES" sz="4000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01366" y="4172084"/>
            <a:ext cx="2993012" cy="729808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r>
              <a:rPr lang="es-ES" dirty="0"/>
              <a:t>Martín Ramón Quintanilla – M1 Modelos IA</a:t>
            </a:r>
          </a:p>
        </p:txBody>
      </p:sp>
      <p:pic>
        <p:nvPicPr>
          <p:cNvPr id="30" name="Marcador de posición de imagen 29" descr="Personas en una oficina hablando sobre el trabajo con un portátil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75" r="2475"/>
          <a:stretch/>
        </p:blipFill>
        <p:spPr>
          <a:xfrm>
            <a:off x="6742557" y="821836"/>
            <a:ext cx="4405503" cy="5066346"/>
          </a:xfrm>
        </p:spPr>
      </p:pic>
      <p:pic>
        <p:nvPicPr>
          <p:cNvPr id="12" name="Forma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3" name="Forma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Arial Black"/>
              </a:rPr>
              <a:t>Índice</a:t>
            </a:r>
            <a:endParaRPr lang="es-ES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Introducción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Escala de tiempo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Áreas de crecimiento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Resumen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Objetivos principales</a:t>
            </a:r>
          </a:p>
        </p:txBody>
      </p:sp>
      <p:sp>
        <p:nvSpPr>
          <p:cNvPr id="20" name="Marcador de pie de página 19">
            <a:extLst>
              <a:ext uri="{FF2B5EF4-FFF2-40B4-BE49-F238E27FC236}">
                <a16:creationId xmlns:a16="http://schemas.microsoft.com/office/drawing/2014/main" id="{1664F554-8F3F-2148-FE86-1FE8F66B856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Introducción</a:t>
            </a:r>
            <a:endParaRPr lang="es-ES" dirty="0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3435545"/>
            <a:ext cx="4260180" cy="163607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En Contoso, ayudamos a las empresas a fomentar el pensamiento colaborativo para impulsar aún más la innovación en el área de trabajo. Al cerrar el bucle y aprovechar los marcos ágiles, ayudamos a las empresas a crecer de forma orgánica y fomentar una mentalidad orientada al consumidor.</a:t>
            </a:r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  <p:sp>
        <p:nvSpPr>
          <p:cNvPr id="18" name="Marcador de pie de página 17">
            <a:extLst>
              <a:ext uri="{FF2B5EF4-FFF2-40B4-BE49-F238E27FC236}">
                <a16:creationId xmlns:a16="http://schemas.microsoft.com/office/drawing/2014/main" id="{59AC624B-4FD9-E308-F182-08902D49A82B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484632" y="6217920"/>
            <a:ext cx="41148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pic>
        <p:nvPicPr>
          <p:cNvPr id="12" name="Marcador de posición de imagen 11" descr="Personas alrededor de una mesa con sus portátiles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" r="26"/>
          <a:stretch/>
        </p:blipFill>
        <p:spPr>
          <a:xfrm>
            <a:off x="5745001" y="0"/>
            <a:ext cx="6446999" cy="6858000"/>
          </a:xfrm>
        </p:spPr>
      </p:pic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Marcador de número de diapositiva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es-ES"/>
            </a:defPPr>
            <a:lvl1pPr marL="0" algn="ctr" defTabSz="914400" rtl="0" eaLnBrk="1" latinLnBrk="0" hangingPunct="1">
              <a:defRPr lang="es-ES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fld id="{47FEACEE-25B4-4A2D-B147-27296E36371D}" type="slidenum">
              <a:rPr kumimoji="0" lang="es-E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t>3</a:t>
            </a:fld>
            <a:endParaRPr kumimoji="0" lang="es-E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ítulo 45">
            <a:extLst>
              <a:ext uri="{FF2B5EF4-FFF2-40B4-BE49-F238E27FC236}">
                <a16:creationId xmlns:a16="http://schemas.microsoft.com/office/drawing/2014/main" id="{4D761329-3BEF-0173-1328-A4DB2657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Objetivos principales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FC101F03-8617-09D4-619B-F38E2F0A4F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161981" y="2911781"/>
            <a:ext cx="1885120" cy="107082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CRECIMIENTO DE LOS INGRESOS ANUALES</a:t>
            </a:r>
          </a:p>
          <a:p>
            <a:pPr rtl="0"/>
            <a:endParaRPr lang="es-ES" dirty="0"/>
          </a:p>
        </p:txBody>
      </p:sp>
      <p:pic>
        <p:nvPicPr>
          <p:cNvPr id="48" name="Marcador de posición de imagen 19" descr="Disposición de bocetos de diseño de sitios web en papel blanco">
            <a:extLst>
              <a:ext uri="{FF2B5EF4-FFF2-40B4-BE49-F238E27FC236}">
                <a16:creationId xmlns:a16="http://schemas.microsoft.com/office/drawing/2014/main" id="{6D25AB81-B10A-BD11-E8FE-ECF8CB1B12F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blipFill>
            <a:blip r:embed="rId4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Áreas de crecimiento</a:t>
            </a:r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7E5E2BDF-8ED2-40CB-B07C-B015E1420EA8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1839891316"/>
              </p:ext>
            </p:extLst>
          </p:nvPr>
        </p:nvGraphicFramePr>
        <p:xfrm>
          <a:off x="581025" y="1614488"/>
          <a:ext cx="10890250" cy="254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050">
                  <a:extLst>
                    <a:ext uri="{9D8B030D-6E8A-4147-A177-3AD203B41FA5}">
                      <a16:colId xmlns:a16="http://schemas.microsoft.com/office/drawing/2014/main" val="1457000769"/>
                    </a:ext>
                  </a:extLst>
                </a:gridCol>
                <a:gridCol w="2178050">
                  <a:extLst>
                    <a:ext uri="{9D8B030D-6E8A-4147-A177-3AD203B41FA5}">
                      <a16:colId xmlns:a16="http://schemas.microsoft.com/office/drawing/2014/main" val="1939741220"/>
                    </a:ext>
                  </a:extLst>
                </a:gridCol>
                <a:gridCol w="2178050">
                  <a:extLst>
                    <a:ext uri="{9D8B030D-6E8A-4147-A177-3AD203B41FA5}">
                      <a16:colId xmlns:a16="http://schemas.microsoft.com/office/drawing/2014/main" val="1728182267"/>
                    </a:ext>
                  </a:extLst>
                </a:gridCol>
                <a:gridCol w="2178050">
                  <a:extLst>
                    <a:ext uri="{9D8B030D-6E8A-4147-A177-3AD203B41FA5}">
                      <a16:colId xmlns:a16="http://schemas.microsoft.com/office/drawing/2014/main" val="3091143212"/>
                    </a:ext>
                  </a:extLst>
                </a:gridCol>
                <a:gridCol w="2178050">
                  <a:extLst>
                    <a:ext uri="{9D8B030D-6E8A-4147-A177-3AD203B41FA5}">
                      <a16:colId xmlns:a16="http://schemas.microsoft.com/office/drawing/2014/main" val="440248734"/>
                    </a:ext>
                  </a:extLst>
                </a:gridCol>
              </a:tblGrid>
              <a:tr h="47520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Período de tiempo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5B3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>
                          <a:latin typeface="+mn-lt"/>
                        </a:rPr>
                        <a:t>B2B</a:t>
                      </a:r>
                      <a:endParaRPr lang="es-ES" b="0" i="0" dirty="0"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5B3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>
                          <a:latin typeface="+mn-lt"/>
                        </a:rPr>
                        <a:t>Cadena logística</a:t>
                      </a:r>
                      <a:endParaRPr lang="es-ES" b="0" i="0" dirty="0"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5B3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>
                          <a:latin typeface="+mn-lt"/>
                        </a:rPr>
                        <a:t>Retorno sobre la inversión (ROI)</a:t>
                      </a:r>
                      <a:endParaRPr lang="es-ES" b="0" i="0" dirty="0"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5B3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>
                          <a:latin typeface="+mn-lt"/>
                        </a:rPr>
                        <a:t>Comercio electrónico</a:t>
                      </a:r>
                      <a:endParaRPr lang="es-ES" b="0" i="0" dirty="0"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5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343578"/>
                  </a:ext>
                </a:extLst>
              </a:tr>
              <a:tr h="47520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>
                          <a:solidFill>
                            <a:schemeClr val="bg1"/>
                          </a:solidFill>
                          <a:latin typeface="+mn-lt"/>
                        </a:rPr>
                        <a:t>T1</a:t>
                      </a:r>
                      <a:endParaRPr lang="es-ES" b="0" i="0" dirty="0">
                        <a:solidFill>
                          <a:schemeClr val="bg1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8DA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4,5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8DA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2,3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8DA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1,7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8DA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5,0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8D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34691"/>
                  </a:ext>
                </a:extLst>
              </a:tr>
              <a:tr h="47520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>
                          <a:solidFill>
                            <a:schemeClr val="bg1"/>
                          </a:solidFill>
                          <a:latin typeface="+mn-lt"/>
                        </a:rPr>
                        <a:t>T2</a:t>
                      </a:r>
                      <a:endParaRPr lang="es-ES" b="0" i="0" dirty="0">
                        <a:solidFill>
                          <a:schemeClr val="bg1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699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3,2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699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5,1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699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4,4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699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3,0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69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783827"/>
                  </a:ext>
                </a:extLst>
              </a:tr>
              <a:tr h="47520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>
                          <a:solidFill>
                            <a:schemeClr val="bg1"/>
                          </a:solidFill>
                          <a:latin typeface="+mn-lt"/>
                        </a:rPr>
                        <a:t>T3</a:t>
                      </a:r>
                      <a:endParaRPr lang="es-ES" b="0" i="0" dirty="0">
                        <a:solidFill>
                          <a:schemeClr val="bg1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8DA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2,1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8DA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1,7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8DA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2,5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8DA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2,8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8D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436735"/>
                  </a:ext>
                </a:extLst>
              </a:tr>
              <a:tr h="47520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>
                          <a:solidFill>
                            <a:schemeClr val="bg1"/>
                          </a:solidFill>
                          <a:latin typeface="+mn-lt"/>
                        </a:rPr>
                        <a:t>T4</a:t>
                      </a:r>
                      <a:endParaRPr lang="es-ES" b="0" i="0" dirty="0">
                        <a:solidFill>
                          <a:schemeClr val="bg1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699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4,5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699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2,2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699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1,7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699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b="0" i="0" dirty="0">
                          <a:solidFill>
                            <a:schemeClr val="bg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70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69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827937"/>
                  </a:ext>
                </a:extLst>
              </a:tr>
            </a:tbl>
          </a:graphicData>
        </a:graphic>
      </p:graphicFrame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29630B-7BF6-61B1-6AAC-BA71F50283D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" name="Marcador de número de diapositiva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es-ES"/>
            </a:defPPr>
            <a:lvl1pPr marL="0" algn="ctr" defTabSz="914400" rtl="0" eaLnBrk="1" latinLnBrk="0" hangingPunct="1">
              <a:defRPr lang="es-ES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fld id="{47FEACEE-25B4-4A2D-B147-27296E36371D}" type="slidenum">
              <a:rPr kumimoji="0" lang="es-E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t>5</a:t>
            </a:fld>
            <a:endParaRPr kumimoji="0" lang="es-E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"Las oportunidades de negocio son como los autobuses. Siempre viene otra."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02CEC6EF-006F-693B-5D79-47FD797CB2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Richard Branson</a:t>
            </a:r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3A6B6FB-DEBA-00AA-0812-B47A64FF054A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8" name="Marcador de número de diapositiva 13">
            <a:extLst>
              <a:ext uri="{FF2B5EF4-FFF2-40B4-BE49-F238E27FC236}">
                <a16:creationId xmlns:a16="http://schemas.microsoft.com/office/drawing/2014/main" id="{7B1FF929-CED0-79CA-154D-98463CC4A60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es-ES"/>
            </a:defPPr>
            <a:lvl1pPr marL="0" algn="ctr" defTabSz="914400" rtl="0" eaLnBrk="1" latinLnBrk="0" hangingPunct="1">
              <a:defRPr lang="es-ES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fld id="{47FEACEE-25B4-4A2D-B147-27296E36371D}" type="slidenum">
              <a:rPr kumimoji="0" lang="es-E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t>6</a:t>
            </a:fld>
            <a:endParaRPr kumimoji="0" lang="es-E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ítulo 30">
            <a:extLst>
              <a:ext uri="{FF2B5EF4-FFF2-40B4-BE49-F238E27FC236}">
                <a16:creationId xmlns:a16="http://schemas.microsoft.com/office/drawing/2014/main" id="{446CC6CC-33D7-4181-9969-72896FDB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Conozca a nuestro equipo</a:t>
            </a:r>
          </a:p>
        </p:txBody>
      </p:sp>
      <p:pic>
        <p:nvPicPr>
          <p:cNvPr id="55" name="Marcador de posición de imagen 54" descr="Primer plano de una persona del equipo">
            <a:extLst>
              <a:ext uri="{FF2B5EF4-FFF2-40B4-BE49-F238E27FC236}">
                <a16:creationId xmlns:a16="http://schemas.microsoft.com/office/drawing/2014/main" id="{4B0A05F6-A265-D617-87EB-C8B6D39D74EB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6BD53F-D255-3797-F9DC-749DBF8EDF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David Serna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27BA33-7687-746F-7A99-5769ACAA19D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Presidente</a:t>
            </a:r>
          </a:p>
        </p:txBody>
      </p:sp>
      <p:pic>
        <p:nvPicPr>
          <p:cNvPr id="52" name="Marcador de posición de imagen 51" descr="Primer plano de una persona del equipo">
            <a:extLst>
              <a:ext uri="{FF2B5EF4-FFF2-40B4-BE49-F238E27FC236}">
                <a16:creationId xmlns:a16="http://schemas.microsoft.com/office/drawing/2014/main" id="{6FA36B7F-14F3-90DF-9E76-191C5C5FAC68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2C77216C-99F2-F20D-361E-FC77B2A1C2D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Carlota Melgar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B673DA38-7DA2-CC40-82FC-BFB56BC10FC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Director ejecutivo</a:t>
            </a:r>
          </a:p>
        </p:txBody>
      </p:sp>
      <p:pic>
        <p:nvPicPr>
          <p:cNvPr id="49" name="Marcador de posición de imagen 48" descr="Primer plano de una persona del equipo">
            <a:extLst>
              <a:ext uri="{FF2B5EF4-FFF2-40B4-BE49-F238E27FC236}">
                <a16:creationId xmlns:a16="http://schemas.microsoft.com/office/drawing/2014/main" id="{554A63EA-7896-2DED-D661-BA5C81B77241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A386226D-550B-455D-862A-19F0F7E85FDF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Isabel Robledo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517DFAED-4F69-372D-790F-14ABD197D926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Director de operaciones</a:t>
            </a:r>
          </a:p>
        </p:txBody>
      </p:sp>
      <p:pic>
        <p:nvPicPr>
          <p:cNvPr id="46" name="Marcador de posición de imagen 45" descr="Primer plano de una persona del equipo">
            <a:extLst>
              <a:ext uri="{FF2B5EF4-FFF2-40B4-BE49-F238E27FC236}">
                <a16:creationId xmlns:a16="http://schemas.microsoft.com/office/drawing/2014/main" id="{51777469-AD50-4BAD-6B31-B56D669485CE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D32E8129-4557-FB4F-128A-16770815B5B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Sergio Valladares</a:t>
            </a:r>
          </a:p>
        </p:txBody>
      </p:sp>
      <p:sp>
        <p:nvSpPr>
          <p:cNvPr id="30" name="Marcador de texto 29">
            <a:extLst>
              <a:ext uri="{FF2B5EF4-FFF2-40B4-BE49-F238E27FC236}">
                <a16:creationId xmlns:a16="http://schemas.microsoft.com/office/drawing/2014/main" id="{78DDF0BA-462B-C044-14AF-F2FD2BFBAE3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Vicepresidente de marketing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CEC6B0-3600-28A0-E10B-B1F4C99B1E33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7" name="Marcador de número de diapositiva 13">
            <a:extLst>
              <a:ext uri="{FF2B5EF4-FFF2-40B4-BE49-F238E27FC236}">
                <a16:creationId xmlns:a16="http://schemas.microsoft.com/office/drawing/2014/main" id="{9A322C9A-4C29-F80C-A85F-70A864549ADA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es-ES"/>
            </a:defPPr>
            <a:lvl1pPr marL="0" algn="ctr" defTabSz="914400" rtl="0" eaLnBrk="1" latinLnBrk="0" hangingPunct="1">
              <a:defRPr lang="es-ES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fld id="{47FEACEE-25B4-4A2D-B147-27296E36371D}" type="slidenum">
              <a:rPr kumimoji="0" lang="es-E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t>7</a:t>
            </a:fld>
            <a:endParaRPr kumimoji="0" lang="es-E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788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ítulo 55">
            <a:extLst>
              <a:ext uri="{FF2B5EF4-FFF2-40B4-BE49-F238E27FC236}">
                <a16:creationId xmlns:a16="http://schemas.microsoft.com/office/drawing/2014/main" id="{19576725-5FD5-0E5D-4FD3-2E35020D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202866"/>
            <a:ext cx="3909993" cy="362970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Conozca a nuestro equipo extendido</a:t>
            </a:r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CB1ACF-8F27-E766-B1CB-FC58BC47D7A9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pic>
        <p:nvPicPr>
          <p:cNvPr id="111" name="Marcador de posición de imagen 110" descr="Foto de primer plano de un miembro del equipo">
            <a:extLst>
              <a:ext uri="{FF2B5EF4-FFF2-40B4-BE49-F238E27FC236}">
                <a16:creationId xmlns:a16="http://schemas.microsoft.com/office/drawing/2014/main" id="{04625439-B7AD-2BC9-2A2B-DADABE1A1397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 l="31" r="31"/>
          <a:stretch>
            <a:fillRect/>
          </a:stretch>
        </p:blipFill>
        <p:spPr>
          <a:xfrm>
            <a:off x="4235072" y="436455"/>
            <a:ext cx="1173264" cy="1357920"/>
          </a:xfrm>
        </p:spPr>
      </p:pic>
      <p:pic>
        <p:nvPicPr>
          <p:cNvPr id="117" name="Marcador de posición de imagen 116" descr="Foto de primer plano de un miembro del equipo">
            <a:extLst>
              <a:ext uri="{FF2B5EF4-FFF2-40B4-BE49-F238E27FC236}">
                <a16:creationId xmlns:a16="http://schemas.microsoft.com/office/drawing/2014/main" id="{17DCB394-2DB2-0945-063C-4AA5C232B022}"/>
              </a:ext>
            </a:extLst>
          </p:cNvPr>
          <p:cNvPicPr>
            <a:picLocks noGrp="1" noChangeAspect="1"/>
          </p:cNvPicPr>
          <p:nvPr>
            <p:ph type="pic" sz="quarter" idx="69"/>
          </p:nvPr>
        </p:nvPicPr>
        <p:blipFill>
          <a:blip r:embed="rId4"/>
          <a:srcRect t="193" b="193"/>
          <a:stretch>
            <a:fillRect/>
          </a:stretch>
        </p:blipFill>
        <p:spPr>
          <a:xfrm>
            <a:off x="4235072" y="2004222"/>
            <a:ext cx="1173264" cy="1357920"/>
          </a:xfrm>
        </p:spPr>
      </p:pic>
      <p:pic>
        <p:nvPicPr>
          <p:cNvPr id="121" name="Marcador de posición de imagen 120" descr="Foto de primer plano de un miembro del equipo">
            <a:extLst>
              <a:ext uri="{FF2B5EF4-FFF2-40B4-BE49-F238E27FC236}">
                <a16:creationId xmlns:a16="http://schemas.microsoft.com/office/drawing/2014/main" id="{4568A05E-568F-7101-D7A6-0C522498DB2B}"/>
              </a:ext>
            </a:extLst>
          </p:cNvPr>
          <p:cNvPicPr>
            <a:picLocks noGrp="1" noChangeAspect="1"/>
          </p:cNvPicPr>
          <p:nvPr>
            <p:ph type="pic" sz="quarter" idx="70"/>
          </p:nvPr>
        </p:nvPicPr>
        <p:blipFill>
          <a:blip r:embed="rId5"/>
          <a:srcRect t="193" b="193"/>
          <a:stretch>
            <a:fillRect/>
          </a:stretch>
        </p:blipFill>
        <p:spPr>
          <a:xfrm>
            <a:off x="4235072" y="3571991"/>
            <a:ext cx="1173264" cy="1357920"/>
          </a:xfrm>
        </p:spPr>
      </p:pic>
      <p:pic>
        <p:nvPicPr>
          <p:cNvPr id="124" name="Marcador de posición de imagen 123" descr="Foto de primer plano de un miembro del equipo">
            <a:extLst>
              <a:ext uri="{FF2B5EF4-FFF2-40B4-BE49-F238E27FC236}">
                <a16:creationId xmlns:a16="http://schemas.microsoft.com/office/drawing/2014/main" id="{99B69C8C-61F7-EF1C-0DBE-5B067A632CF0}"/>
              </a:ext>
            </a:extLst>
          </p:cNvPr>
          <p:cNvPicPr>
            <a:picLocks noGrp="1" noChangeAspect="1"/>
          </p:cNvPicPr>
          <p:nvPr>
            <p:ph type="pic" sz="quarter" idx="71"/>
          </p:nvPr>
        </p:nvPicPr>
        <p:blipFill>
          <a:blip r:embed="rId6"/>
          <a:srcRect t="135" b="135"/>
          <a:stretch>
            <a:fillRect/>
          </a:stretch>
        </p:blipFill>
        <p:spPr>
          <a:xfrm>
            <a:off x="4235072" y="5153614"/>
            <a:ext cx="1173264" cy="1357920"/>
          </a:xfrm>
        </p:spPr>
      </p:pic>
      <p:sp>
        <p:nvSpPr>
          <p:cNvPr id="134" name="Marcador de texto 133">
            <a:extLst>
              <a:ext uri="{FF2B5EF4-FFF2-40B4-BE49-F238E27FC236}">
                <a16:creationId xmlns:a16="http://schemas.microsoft.com/office/drawing/2014/main" id="{EF408C39-F36B-8A49-1F7E-837E3596933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David Serna</a:t>
            </a:r>
          </a:p>
        </p:txBody>
      </p:sp>
      <p:sp>
        <p:nvSpPr>
          <p:cNvPr id="112" name="Marcador de texto 111">
            <a:extLst>
              <a:ext uri="{FF2B5EF4-FFF2-40B4-BE49-F238E27FC236}">
                <a16:creationId xmlns:a16="http://schemas.microsoft.com/office/drawing/2014/main" id="{18AF0A56-DD67-89FC-BFA3-15B61F65CDD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Presidente</a:t>
            </a:r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  <p:sp>
        <p:nvSpPr>
          <p:cNvPr id="136" name="Marcador de texto 135">
            <a:extLst>
              <a:ext uri="{FF2B5EF4-FFF2-40B4-BE49-F238E27FC236}">
                <a16:creationId xmlns:a16="http://schemas.microsoft.com/office/drawing/2014/main" id="{9BEF75AB-A2CF-6495-E59F-B961022728C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Carlota Melgar</a:t>
            </a:r>
          </a:p>
        </p:txBody>
      </p:sp>
      <p:sp>
        <p:nvSpPr>
          <p:cNvPr id="114" name="Marcador de texto 113">
            <a:extLst>
              <a:ext uri="{FF2B5EF4-FFF2-40B4-BE49-F238E27FC236}">
                <a16:creationId xmlns:a16="http://schemas.microsoft.com/office/drawing/2014/main" id="{DA3CD37D-77A2-AD3B-C73E-09D174DD754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Directora ejecutiva</a:t>
            </a:r>
          </a:p>
        </p:txBody>
      </p:sp>
      <p:sp>
        <p:nvSpPr>
          <p:cNvPr id="138" name="Marcador de texto 137">
            <a:extLst>
              <a:ext uri="{FF2B5EF4-FFF2-40B4-BE49-F238E27FC236}">
                <a16:creationId xmlns:a16="http://schemas.microsoft.com/office/drawing/2014/main" id="{204E9DAA-AA37-4F2D-9A54-5AA8DCEAB892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Isabel Robledo</a:t>
            </a:r>
          </a:p>
        </p:txBody>
      </p:sp>
      <p:sp>
        <p:nvSpPr>
          <p:cNvPr id="116" name="Marcador de texto 115">
            <a:extLst>
              <a:ext uri="{FF2B5EF4-FFF2-40B4-BE49-F238E27FC236}">
                <a16:creationId xmlns:a16="http://schemas.microsoft.com/office/drawing/2014/main" id="{F6ED7D00-5342-1D60-DDDB-D53A1710D96C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Director de operaciones</a:t>
            </a:r>
          </a:p>
        </p:txBody>
      </p:sp>
      <p:sp>
        <p:nvSpPr>
          <p:cNvPr id="142" name="Marcador de texto 141">
            <a:extLst>
              <a:ext uri="{FF2B5EF4-FFF2-40B4-BE49-F238E27FC236}">
                <a16:creationId xmlns:a16="http://schemas.microsoft.com/office/drawing/2014/main" id="{E919136D-3B44-DA2F-E7D4-D6EEF99678A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Sergio Valladares</a:t>
            </a:r>
          </a:p>
        </p:txBody>
      </p:sp>
      <p:sp>
        <p:nvSpPr>
          <p:cNvPr id="118" name="Marcador de texto 117">
            <a:extLst>
              <a:ext uri="{FF2B5EF4-FFF2-40B4-BE49-F238E27FC236}">
                <a16:creationId xmlns:a16="http://schemas.microsoft.com/office/drawing/2014/main" id="{00CC9081-1965-5E10-5A66-018337A9F4FF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Vicepresidente de marketing</a:t>
            </a:r>
          </a:p>
          <a:p>
            <a:pPr rtl="0"/>
            <a:endParaRPr lang="es-ES" altLang="zh-CN" dirty="0"/>
          </a:p>
        </p:txBody>
      </p:sp>
      <p:pic>
        <p:nvPicPr>
          <p:cNvPr id="105" name="Marcador de posición de imagen 104" descr="Foto de primer plano de un miembro del equipo">
            <a:extLst>
              <a:ext uri="{FF2B5EF4-FFF2-40B4-BE49-F238E27FC236}">
                <a16:creationId xmlns:a16="http://schemas.microsoft.com/office/drawing/2014/main" id="{57158F0D-ABAB-F883-0EB2-0F2E0CFCD3E1}"/>
              </a:ext>
            </a:extLst>
          </p:cNvPr>
          <p:cNvPicPr>
            <a:picLocks noGrp="1" noChangeAspect="1"/>
          </p:cNvPicPr>
          <p:nvPr>
            <p:ph type="pic" sz="quarter" idx="72"/>
          </p:nvPr>
        </p:nvPicPr>
        <p:blipFill>
          <a:blip r:embed="rId7"/>
          <a:srcRect l="290" r="290"/>
          <a:stretch>
            <a:fillRect/>
          </a:stretch>
        </p:blipFill>
        <p:spPr/>
      </p:pic>
      <p:pic>
        <p:nvPicPr>
          <p:cNvPr id="100" name="Marcador de posición de imagen 99" descr="Foto de primer plano de un miembro del equipo">
            <a:extLst>
              <a:ext uri="{FF2B5EF4-FFF2-40B4-BE49-F238E27FC236}">
                <a16:creationId xmlns:a16="http://schemas.microsoft.com/office/drawing/2014/main" id="{37FE76F6-4FBA-F449-AE44-D65A490DB65E}"/>
              </a:ext>
            </a:extLst>
          </p:cNvPr>
          <p:cNvPicPr>
            <a:picLocks noGrp="1" noChangeAspect="1"/>
          </p:cNvPicPr>
          <p:nvPr>
            <p:ph type="pic" sz="quarter" idx="73"/>
          </p:nvPr>
        </p:nvPicPr>
        <p:blipFill>
          <a:blip r:embed="rId8"/>
          <a:srcRect l="66" r="66"/>
          <a:stretch>
            <a:fillRect/>
          </a:stretch>
        </p:blipFill>
        <p:spPr/>
      </p:pic>
      <p:pic>
        <p:nvPicPr>
          <p:cNvPr id="95" name="Marcador de posición de imagen 94" descr="Foto de primer plano de un miembro del equipo">
            <a:extLst>
              <a:ext uri="{FF2B5EF4-FFF2-40B4-BE49-F238E27FC236}">
                <a16:creationId xmlns:a16="http://schemas.microsoft.com/office/drawing/2014/main" id="{3D93F4F3-0B04-F25C-A1AD-C630AB4ACC69}"/>
              </a:ext>
            </a:extLst>
          </p:cNvPr>
          <p:cNvPicPr>
            <a:picLocks noGrp="1" noChangeAspect="1"/>
          </p:cNvPicPr>
          <p:nvPr>
            <p:ph type="pic" sz="quarter" idx="74"/>
          </p:nvPr>
        </p:nvPicPr>
        <p:blipFill>
          <a:blip r:embed="rId9"/>
          <a:srcRect l="66" r="66"/>
          <a:stretch>
            <a:fillRect/>
          </a:stretch>
        </p:blipFill>
        <p:spPr/>
      </p:pic>
      <p:pic>
        <p:nvPicPr>
          <p:cNvPr id="91" name="Marcador de posición de imagen 90" descr="Foto de primer plano de un miembro del equipo">
            <a:extLst>
              <a:ext uri="{FF2B5EF4-FFF2-40B4-BE49-F238E27FC236}">
                <a16:creationId xmlns:a16="http://schemas.microsoft.com/office/drawing/2014/main" id="{5EC983C0-CBA5-F57C-BEFF-513C6820D1B5}"/>
              </a:ext>
            </a:extLst>
          </p:cNvPr>
          <p:cNvPicPr>
            <a:picLocks noGrp="1" noChangeAspect="1"/>
          </p:cNvPicPr>
          <p:nvPr>
            <p:ph type="pic" sz="quarter" idx="75"/>
          </p:nvPr>
        </p:nvPicPr>
        <p:blipFill>
          <a:blip r:embed="rId10"/>
          <a:srcRect l="124" r="124"/>
          <a:stretch>
            <a:fillRect/>
          </a:stretch>
        </p:blipFill>
        <p:spPr/>
      </p:pic>
      <p:sp>
        <p:nvSpPr>
          <p:cNvPr id="132" name="Marcador de texto 131">
            <a:extLst>
              <a:ext uri="{FF2B5EF4-FFF2-40B4-BE49-F238E27FC236}">
                <a16:creationId xmlns:a16="http://schemas.microsoft.com/office/drawing/2014/main" id="{86CBC7CA-4E3E-1E11-06FC-F3D5FEF919A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Cristóbal Valentín</a:t>
            </a:r>
            <a:endParaRPr lang="es-ES" dirty="0"/>
          </a:p>
        </p:txBody>
      </p:sp>
      <p:sp>
        <p:nvSpPr>
          <p:cNvPr id="110" name="Marcador de texto 109">
            <a:extLst>
              <a:ext uri="{FF2B5EF4-FFF2-40B4-BE49-F238E27FC236}">
                <a16:creationId xmlns:a16="http://schemas.microsoft.com/office/drawing/2014/main" id="{A8D8F964-5152-933F-0FD8-0441EF137004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Vicepresidente de producto</a:t>
            </a:r>
          </a:p>
          <a:p>
            <a:pPr rtl="0"/>
            <a:endParaRPr lang="es-ES" dirty="0"/>
          </a:p>
        </p:txBody>
      </p:sp>
      <p:sp>
        <p:nvSpPr>
          <p:cNvPr id="130" name="Marcador de texto 129">
            <a:extLst>
              <a:ext uri="{FF2B5EF4-FFF2-40B4-BE49-F238E27FC236}">
                <a16:creationId xmlns:a16="http://schemas.microsoft.com/office/drawing/2014/main" id="{D7A3F7B8-39FC-A0C3-B527-8DD7897C3C2A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Víctor Alcalá</a:t>
            </a:r>
          </a:p>
        </p:txBody>
      </p:sp>
      <p:sp>
        <p:nvSpPr>
          <p:cNvPr id="108" name="Marcador de texto 107">
            <a:extLst>
              <a:ext uri="{FF2B5EF4-FFF2-40B4-BE49-F238E27FC236}">
                <a16:creationId xmlns:a16="http://schemas.microsoft.com/office/drawing/2014/main" id="{9DD2EF71-C588-557C-6805-3BA27A14E29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Estratega de SEO</a:t>
            </a:r>
          </a:p>
          <a:p>
            <a:pPr rtl="0"/>
            <a:endParaRPr lang="es-ES" altLang="zh-CN" dirty="0"/>
          </a:p>
        </p:txBody>
      </p:sp>
      <p:sp>
        <p:nvSpPr>
          <p:cNvPr id="128" name="Marcador de texto 127">
            <a:extLst>
              <a:ext uri="{FF2B5EF4-FFF2-40B4-BE49-F238E27FC236}">
                <a16:creationId xmlns:a16="http://schemas.microsoft.com/office/drawing/2014/main" id="{F2B4F3E8-0A71-10C7-4719-C9FB478A9129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Marina Rodríguez</a:t>
            </a:r>
          </a:p>
        </p:txBody>
      </p:sp>
      <p:sp>
        <p:nvSpPr>
          <p:cNvPr id="106" name="Marcador de texto 105">
            <a:extLst>
              <a:ext uri="{FF2B5EF4-FFF2-40B4-BE49-F238E27FC236}">
                <a16:creationId xmlns:a16="http://schemas.microsoft.com/office/drawing/2014/main" id="{C3F4B58A-E166-D531-6B68-03C6AC16DFE0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Diseñador de productos</a:t>
            </a:r>
          </a:p>
          <a:p>
            <a:pPr rtl="0"/>
            <a:endParaRPr lang="es-ES" altLang="zh-CN" dirty="0"/>
          </a:p>
        </p:txBody>
      </p:sp>
      <p:sp>
        <p:nvSpPr>
          <p:cNvPr id="140" name="Marcador de texto 139">
            <a:extLst>
              <a:ext uri="{FF2B5EF4-FFF2-40B4-BE49-F238E27FC236}">
                <a16:creationId xmlns:a16="http://schemas.microsoft.com/office/drawing/2014/main" id="{2528F54A-A46A-9326-2193-943237532FCE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Pedro Armijo</a:t>
            </a:r>
          </a:p>
        </p:txBody>
      </p:sp>
      <p:sp>
        <p:nvSpPr>
          <p:cNvPr id="104" name="Marcador de texto 103">
            <a:extLst>
              <a:ext uri="{FF2B5EF4-FFF2-40B4-BE49-F238E27FC236}">
                <a16:creationId xmlns:a16="http://schemas.microsoft.com/office/drawing/2014/main" id="{518FD4E8-9A30-D19A-0CE1-E025FDE22A18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Desarrollador de contenido</a:t>
            </a:r>
          </a:p>
          <a:p>
            <a:pPr rtl="0"/>
            <a:endParaRPr lang="es-ES" altLang="zh-CN" dirty="0"/>
          </a:p>
        </p:txBody>
      </p:sp>
      <p:sp>
        <p:nvSpPr>
          <p:cNvPr id="42" name="Marcador de número de diapositiva 13">
            <a:extLst>
              <a:ext uri="{FF2B5EF4-FFF2-40B4-BE49-F238E27FC236}">
                <a16:creationId xmlns:a16="http://schemas.microsoft.com/office/drawing/2014/main" id="{F8EEF7F7-F511-EC83-1C7D-AE1F07EB4551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es-ES"/>
            </a:defPPr>
            <a:lvl1pPr marL="0" algn="ctr" defTabSz="914400" rtl="0" eaLnBrk="1" latinLnBrk="0" hangingPunct="1">
              <a:defRPr lang="es-ES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fld id="{47FEACEE-25B4-4A2D-B147-27296E36371D}" type="slidenum">
              <a:rPr kumimoji="0" lang="es-E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t>8</a:t>
            </a:fld>
            <a:endParaRPr kumimoji="0" lang="es-E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57109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ítulo 72">
            <a:extLst>
              <a:ext uri="{FF2B5EF4-FFF2-40B4-BE49-F238E27FC236}">
                <a16:creationId xmlns:a16="http://schemas.microsoft.com/office/drawing/2014/main" id="{48B2F6FE-2CF0-7F44-B7C7-65EE2B41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Plan para el lanzamiento del producto</a:t>
            </a:r>
          </a:p>
        </p:txBody>
      </p:sp>
      <p:pic>
        <p:nvPicPr>
          <p:cNvPr id="55" name="Marcador de posición de imagen 7" descr="Empresaria revisando notas rápidas en una pared">
            <a:extLst>
              <a:ext uri="{FF2B5EF4-FFF2-40B4-BE49-F238E27FC236}">
                <a16:creationId xmlns:a16="http://schemas.microsoft.com/office/drawing/2014/main" id="{9A8C3D8A-AD4E-BD2D-C807-79872E9076A5}"/>
              </a:ext>
            </a:extLst>
          </p:cNvPr>
          <p:cNvPicPr>
            <a:picLocks noGrp="1" noChangeAspect="1"/>
          </p:cNvPicPr>
          <p:nvPr>
            <p:ph type="pic" sz="quarter" idx="57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" b="38"/>
          <a:stretch/>
        </p:blipFill>
        <p:spPr>
          <a:xfrm>
            <a:off x="983282" y="2073439"/>
            <a:ext cx="1621032" cy="1841551"/>
          </a:xfrm>
        </p:spPr>
      </p:pic>
      <p:sp>
        <p:nvSpPr>
          <p:cNvPr id="49" name="Marcador de texto 48">
            <a:extLst>
              <a:ext uri="{FF2B5EF4-FFF2-40B4-BE49-F238E27FC236}">
                <a16:creationId xmlns:a16="http://schemas.microsoft.com/office/drawing/2014/main" id="{1314DF81-1F76-3EC4-20FE-94867A9F0F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1770" y="4416565"/>
            <a:ext cx="1877575" cy="50639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Planificación</a:t>
            </a: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F4A301BE-C4E1-74D9-31AE-D8AB087895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1770" y="5007731"/>
            <a:ext cx="1786718" cy="81117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/>
              <a:t>Sinergizar</a:t>
            </a:r>
            <a:r>
              <a:rPr lang="es-ES" dirty="0"/>
              <a:t> el comercio electrónico escalable</a:t>
            </a:r>
          </a:p>
          <a:p>
            <a:pPr rtl="0"/>
            <a:endParaRPr lang="es-ES" altLang="zh-CN" dirty="0"/>
          </a:p>
          <a:p>
            <a:pPr rtl="0"/>
            <a:endParaRPr lang="es-ES" dirty="0"/>
          </a:p>
        </p:txBody>
      </p:sp>
      <p:pic>
        <p:nvPicPr>
          <p:cNvPr id="34" name="Marcador de posición de imagen 9" descr="Personas trabajando en la oficina">
            <a:extLst>
              <a:ext uri="{FF2B5EF4-FFF2-40B4-BE49-F238E27FC236}">
                <a16:creationId xmlns:a16="http://schemas.microsoft.com/office/drawing/2014/main" id="{E83EA030-5740-6F6C-2CD2-743E3AFE8871}"/>
              </a:ext>
            </a:extLst>
          </p:cNvPr>
          <p:cNvPicPr>
            <a:picLocks noGrp="1" noChangeAspect="1"/>
          </p:cNvPicPr>
          <p:nvPr>
            <p:ph type="pic" sz="quarter" idx="58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" r="11"/>
          <a:stretch/>
        </p:blipFill>
        <p:spPr>
          <a:xfrm>
            <a:off x="3109346" y="2073439"/>
            <a:ext cx="1621032" cy="1841551"/>
          </a:xfrm>
          <a:solidFill>
            <a:schemeClr val="bg1">
              <a:lumMod val="95000"/>
            </a:schemeClr>
          </a:solidFill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E65A67-333E-9FDE-3F4D-6F1490CD05E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888314" y="4416565"/>
            <a:ext cx="1877575" cy="50639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Marketing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2062A9-5744-3D05-4BE8-6760FE725BF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2979171" y="5007731"/>
            <a:ext cx="1691687" cy="81117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Divulgación estandarizada </a:t>
            </a:r>
          </a:p>
          <a:p>
            <a:pPr rtl="0"/>
            <a:r>
              <a:rPr lang="es-ES" dirty="0"/>
              <a:t>métricas</a:t>
            </a:r>
          </a:p>
          <a:p>
            <a:pPr rtl="0"/>
            <a:endParaRPr lang="es-ES" altLang="zh-CN" dirty="0"/>
          </a:p>
          <a:p>
            <a:pPr rtl="0"/>
            <a:endParaRPr lang="es-ES" dirty="0"/>
          </a:p>
        </p:txBody>
      </p:sp>
      <p:pic>
        <p:nvPicPr>
          <p:cNvPr id="33" name="Marcador de posición de imagen  11" descr="Disposición de bocetos de diseño de sitios web en papel blanco">
            <a:extLst>
              <a:ext uri="{FF2B5EF4-FFF2-40B4-BE49-F238E27FC236}">
                <a16:creationId xmlns:a16="http://schemas.microsoft.com/office/drawing/2014/main" id="{DF0C753D-68D4-E5C0-7B57-6CDF7C66BAFB}"/>
              </a:ext>
            </a:extLst>
          </p:cNvPr>
          <p:cNvPicPr>
            <a:picLocks noGrp="1" noChangeAspect="1"/>
          </p:cNvPicPr>
          <p:nvPr>
            <p:ph type="pic" sz="quarter" idx="59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" r="11"/>
          <a:stretch/>
        </p:blipFill>
        <p:spPr>
          <a:xfrm>
            <a:off x="5235410" y="2073439"/>
            <a:ext cx="1621032" cy="1841551"/>
          </a:xfr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A441FB1-32FD-977D-CFCB-8217F9BBCF4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73898" y="4416565"/>
            <a:ext cx="1877575" cy="50639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Diseño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87A41C38-8994-77B4-37B3-A6684D71C50F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164755" y="5007731"/>
            <a:ext cx="1691687" cy="81117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Coordinación</a:t>
            </a:r>
          </a:p>
          <a:p>
            <a:pPr rtl="0"/>
            <a:r>
              <a:rPr lang="es-ES" dirty="0"/>
              <a:t>aplicaciones para el negocio electrónico</a:t>
            </a:r>
          </a:p>
          <a:p>
            <a:pPr rtl="0"/>
            <a:endParaRPr lang="es-ES" dirty="0"/>
          </a:p>
        </p:txBody>
      </p:sp>
      <p:pic>
        <p:nvPicPr>
          <p:cNvPr id="32" name="Marcador de posición de imagen 13" descr="Sillas de oficina vacías">
            <a:extLst>
              <a:ext uri="{FF2B5EF4-FFF2-40B4-BE49-F238E27FC236}">
                <a16:creationId xmlns:a16="http://schemas.microsoft.com/office/drawing/2014/main" id="{C5A00248-FB97-E78F-F875-284202D71324}"/>
              </a:ext>
            </a:extLst>
          </p:cNvPr>
          <p:cNvPicPr>
            <a:picLocks noGrp="1" noChangeAspect="1"/>
          </p:cNvPicPr>
          <p:nvPr>
            <p:ph type="pic" sz="quarter" idx="6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" r="11"/>
          <a:stretch/>
        </p:blipFill>
        <p:spPr>
          <a:xfrm>
            <a:off x="7361474" y="2073439"/>
            <a:ext cx="1621032" cy="1841551"/>
          </a:xfr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191C3C8-C0E0-3CDB-4135-0B495B273F9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259482" y="4416565"/>
            <a:ext cx="1877575" cy="50639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Estrategia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0E1F4B1-2124-6C9A-E0AB-5FF2D01BBC4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7350339" y="5007731"/>
            <a:ext cx="1691687" cy="10159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Fomento de metodologías holísticamente superiores</a:t>
            </a:r>
          </a:p>
          <a:p>
            <a:pPr rtl="0"/>
            <a:endParaRPr lang="es-ES" dirty="0"/>
          </a:p>
        </p:txBody>
      </p:sp>
      <p:pic>
        <p:nvPicPr>
          <p:cNvPr id="29" name="Marcador de posición de imagen 89" descr="Personas alrededor de una mesa con sus portátiles">
            <a:extLst>
              <a:ext uri="{FF2B5EF4-FFF2-40B4-BE49-F238E27FC236}">
                <a16:creationId xmlns:a16="http://schemas.microsoft.com/office/drawing/2014/main" id="{22E5746D-BE00-C231-F505-973975B98BC8}"/>
              </a:ext>
            </a:extLst>
          </p:cNvPr>
          <p:cNvPicPr>
            <a:picLocks noGrp="1" noChangeAspect="1"/>
          </p:cNvPicPr>
          <p:nvPr>
            <p:ph type="pic" sz="quarter" idx="61"/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" b="38"/>
          <a:stretch/>
        </p:blipFill>
        <p:spPr>
          <a:xfrm>
            <a:off x="9487536" y="2073439"/>
            <a:ext cx="1621032" cy="1841551"/>
          </a:xfr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E203F197-0195-A43B-2C57-AB0BCDBBC42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445066" y="4416565"/>
            <a:ext cx="1877575" cy="50639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Lanzamiento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4DDD9A0A-BE07-B256-09B2-C1C60366ECD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9382610" y="5007730"/>
            <a:ext cx="2002485" cy="101599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Implementación de redes estratégicas con</a:t>
            </a:r>
          </a:p>
          <a:p>
            <a:pPr rtl="0"/>
            <a:r>
              <a:rPr lang="es-ES" dirty="0"/>
              <a:t>necesidades atractivas del negocio electrónico</a:t>
            </a:r>
          </a:p>
          <a:p>
            <a:pPr rtl="0"/>
            <a:endParaRPr lang="es-ES" altLang="zh-CN" dirty="0"/>
          </a:p>
          <a:p>
            <a:pPr rtl="0"/>
            <a:endParaRPr lang="es-ES" dirty="0"/>
          </a:p>
        </p:txBody>
      </p:sp>
      <p:sp>
        <p:nvSpPr>
          <p:cNvPr id="18" name="Marcador de pie de página 17">
            <a:extLst>
              <a:ext uri="{FF2B5EF4-FFF2-40B4-BE49-F238E27FC236}">
                <a16:creationId xmlns:a16="http://schemas.microsoft.com/office/drawing/2014/main" id="{3C4058BD-8FE5-6A94-927D-47A49DA1E8B0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>
          <a:xfrm>
            <a:off x="484632" y="6217920"/>
            <a:ext cx="41148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9737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ítulo 37">
            <a:extLst>
              <a:ext uri="{FF2B5EF4-FFF2-40B4-BE49-F238E27FC236}">
                <a16:creationId xmlns:a16="http://schemas.microsoft.com/office/drawing/2014/main" id="{478CB64C-71AF-6B72-8069-000DD250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Planear el lanzamiento del producto 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FA2F9A05-8E79-46FF-1ABA-927EF2D69B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Planificación</a:t>
            </a: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0532F467-8DBE-D445-0CF7-D5D242DAD66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s-ES"/>
              <a:t>Sinergia escalable</a:t>
            </a:r>
          </a:p>
          <a:p>
            <a:pPr lvl="0" rtl="0"/>
            <a:r>
              <a:rPr lang="es-ES"/>
              <a:t>Comercio electrónico</a:t>
            </a:r>
          </a:p>
        </p:txBody>
      </p:sp>
      <p:sp>
        <p:nvSpPr>
          <p:cNvPr id="42" name="Marcador de texto 41">
            <a:extLst>
              <a:ext uri="{FF2B5EF4-FFF2-40B4-BE49-F238E27FC236}">
                <a16:creationId xmlns:a16="http://schemas.microsoft.com/office/drawing/2014/main" id="{48BF8F22-E288-84B0-03E9-82D678051D4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Marketing</a:t>
            </a:r>
          </a:p>
        </p:txBody>
      </p:sp>
      <p:sp>
        <p:nvSpPr>
          <p:cNvPr id="52" name="Marcador de texto 51">
            <a:extLst>
              <a:ext uri="{FF2B5EF4-FFF2-40B4-BE49-F238E27FC236}">
                <a16:creationId xmlns:a16="http://schemas.microsoft.com/office/drawing/2014/main" id="{BACB9342-C47E-6729-46BE-F10DBB78182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Divulgación de métricas estandarizadas</a:t>
            </a:r>
          </a:p>
          <a:p>
            <a:pPr rtl="0"/>
            <a:endParaRPr lang="es-ES" dirty="0"/>
          </a:p>
        </p:txBody>
      </p:sp>
      <p:sp>
        <p:nvSpPr>
          <p:cNvPr id="44" name="Marcador de texto 43">
            <a:extLst>
              <a:ext uri="{FF2B5EF4-FFF2-40B4-BE49-F238E27FC236}">
                <a16:creationId xmlns:a16="http://schemas.microsoft.com/office/drawing/2014/main" id="{D0C47E92-8875-E555-5480-8A9BAEE853A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Diseño</a:t>
            </a:r>
          </a:p>
        </p:txBody>
      </p:sp>
      <p:sp>
        <p:nvSpPr>
          <p:cNvPr id="54" name="Marcador de texto 53">
            <a:extLst>
              <a:ext uri="{FF2B5EF4-FFF2-40B4-BE49-F238E27FC236}">
                <a16:creationId xmlns:a16="http://schemas.microsoft.com/office/drawing/2014/main" id="{DDCD388C-8374-D810-DCE5-554B7E05F55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s-ES"/>
              <a:t>Coordinación</a:t>
            </a:r>
          </a:p>
          <a:p>
            <a:pPr lvl="0" rtl="0"/>
            <a:r>
              <a:rPr lang="es-ES"/>
              <a:t>Aplicaciones para el negocio electrónico</a:t>
            </a:r>
          </a:p>
          <a:p>
            <a:pPr rtl="0"/>
            <a:endParaRPr lang="es-ES" dirty="0"/>
          </a:p>
        </p:txBody>
      </p:sp>
      <p:sp>
        <p:nvSpPr>
          <p:cNvPr id="46" name="Marcador de texto 45">
            <a:extLst>
              <a:ext uri="{FF2B5EF4-FFF2-40B4-BE49-F238E27FC236}">
                <a16:creationId xmlns:a16="http://schemas.microsoft.com/office/drawing/2014/main" id="{B87AFF1A-EF07-5FBF-C582-29AE302A47D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Estrategia</a:t>
            </a:r>
          </a:p>
        </p:txBody>
      </p:sp>
      <p:sp>
        <p:nvSpPr>
          <p:cNvPr id="56" name="Marcador de texto 55">
            <a:extLst>
              <a:ext uri="{FF2B5EF4-FFF2-40B4-BE49-F238E27FC236}">
                <a16:creationId xmlns:a16="http://schemas.microsoft.com/office/drawing/2014/main" id="{E62055F1-67DB-9D6D-ABE2-20C3B2514A4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s-ES"/>
              <a:t>Fomento de metodologías holísticamente superiores</a:t>
            </a:r>
          </a:p>
          <a:p>
            <a:pPr rtl="0"/>
            <a:endParaRPr lang="es-ES" dirty="0"/>
          </a:p>
        </p:txBody>
      </p:sp>
      <p:sp>
        <p:nvSpPr>
          <p:cNvPr id="48" name="Marcador de texto 47">
            <a:extLst>
              <a:ext uri="{FF2B5EF4-FFF2-40B4-BE49-F238E27FC236}">
                <a16:creationId xmlns:a16="http://schemas.microsoft.com/office/drawing/2014/main" id="{9303DF4A-6DF5-9082-4ABE-2B0D5433359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Lanzamiento</a:t>
            </a:r>
          </a:p>
        </p:txBody>
      </p:sp>
      <p:sp>
        <p:nvSpPr>
          <p:cNvPr id="58" name="Marcador de texto 57">
            <a:extLst>
              <a:ext uri="{FF2B5EF4-FFF2-40B4-BE49-F238E27FC236}">
                <a16:creationId xmlns:a16="http://schemas.microsoft.com/office/drawing/2014/main" id="{0930742F-3693-100E-944F-A04AB532014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s-ES"/>
              <a:t>Implementación de redes estratégicas con atractivas</a:t>
            </a:r>
          </a:p>
          <a:p>
            <a:pPr lvl="0" rtl="0"/>
            <a:r>
              <a:rPr lang="es-ES"/>
              <a:t>necesidades del negocio electrónico</a:t>
            </a:r>
          </a:p>
          <a:p>
            <a:pPr rtl="0"/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70155C-EA7D-1AC6-6F40-25FF295F9BD4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5" name="Marcador de número de diapositiva 13">
            <a:extLst>
              <a:ext uri="{FF2B5EF4-FFF2-40B4-BE49-F238E27FC236}">
                <a16:creationId xmlns:a16="http://schemas.microsoft.com/office/drawing/2014/main" id="{679DA676-802B-4F1C-F2D7-8AB7BA23BD93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es-ES"/>
            </a:defPPr>
            <a:lvl1pPr marL="0" algn="ctr" defTabSz="914400" rtl="0" eaLnBrk="1" latinLnBrk="0" hangingPunct="1">
              <a:defRPr lang="es-ES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fld id="{47FEACEE-25B4-4A2D-B147-27296E36371D}" type="slidenum">
              <a:rPr kumimoji="0" lang="es-E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t>10</a:t>
            </a:fld>
            <a:endParaRPr kumimoji="0" lang="es-E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85177ED-2E57-8FF5-AFD8-AA79A7B24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392" y="2066625"/>
            <a:ext cx="10515600" cy="85953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4021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>
            <a:extLst>
              <a:ext uri="{FF2B5EF4-FFF2-40B4-BE49-F238E27FC236}">
                <a16:creationId xmlns:a16="http://schemas.microsoft.com/office/drawing/2014/main" id="{E17942FE-65D3-7C03-B361-8DF125B81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697915"/>
            <a:ext cx="10515600" cy="120505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Escala de tiempo</a:t>
            </a:r>
          </a:p>
        </p:txBody>
      </p:sp>
      <p:sp>
        <p:nvSpPr>
          <p:cNvPr id="63" name="Marcador de texto 62">
            <a:extLst>
              <a:ext uri="{FF2B5EF4-FFF2-40B4-BE49-F238E27FC236}">
                <a16:creationId xmlns:a16="http://schemas.microsoft.com/office/drawing/2014/main" id="{22D79EB2-B914-5355-4D75-3AC59F0DCCC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Sep. 20XX</a:t>
            </a:r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7BD10CEB-2241-4246-B0F4-96E0DB642C4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Sinergia escalable</a:t>
            </a:r>
          </a:p>
          <a:p>
            <a:pPr rtl="0"/>
            <a:r>
              <a:rPr lang="es-ES"/>
              <a:t>Comercio electrónico</a:t>
            </a:r>
          </a:p>
          <a:p>
            <a:pPr rtl="0"/>
            <a:endParaRPr lang="es-ES" altLang="zh-CN" dirty="0"/>
          </a:p>
        </p:txBody>
      </p:sp>
      <p:sp>
        <p:nvSpPr>
          <p:cNvPr id="65" name="Marcador de texto 64">
            <a:extLst>
              <a:ext uri="{FF2B5EF4-FFF2-40B4-BE49-F238E27FC236}">
                <a16:creationId xmlns:a16="http://schemas.microsoft.com/office/drawing/2014/main" id="{0ECD9490-0BE0-6A65-01CD-D54CAB8395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Nov. 20XX</a:t>
            </a:r>
          </a:p>
        </p:txBody>
      </p:sp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78038ACE-740A-4AE7-A0B3-BEEA90495BD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889942" y="2937719"/>
            <a:ext cx="1877575" cy="1134660"/>
          </a:xfrm>
        </p:spPr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s-ES" dirty="0"/>
              <a:t>Divulgación de métricas estandarizadas</a:t>
            </a:r>
          </a:p>
        </p:txBody>
      </p:sp>
      <p:sp>
        <p:nvSpPr>
          <p:cNvPr id="67" name="Marcador de texto 66">
            <a:extLst>
              <a:ext uri="{FF2B5EF4-FFF2-40B4-BE49-F238E27FC236}">
                <a16:creationId xmlns:a16="http://schemas.microsoft.com/office/drawing/2014/main" id="{CEEED1DD-BCBD-5246-2A2C-BCED87782D5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Ene. 20XX</a:t>
            </a:r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DD441F7A-4624-45D2-AE88-EEBA65185E6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107230" y="5051157"/>
            <a:ext cx="1877575" cy="11346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Coordinación de aplicaciones para el negocio electrónico</a:t>
            </a:r>
          </a:p>
          <a:p>
            <a:pPr rtl="0"/>
            <a:endParaRPr lang="es-ES" altLang="zh-CN" dirty="0"/>
          </a:p>
        </p:txBody>
      </p:sp>
      <p:sp>
        <p:nvSpPr>
          <p:cNvPr id="69" name="Marcador de texto 68">
            <a:extLst>
              <a:ext uri="{FF2B5EF4-FFF2-40B4-BE49-F238E27FC236}">
                <a16:creationId xmlns:a16="http://schemas.microsoft.com/office/drawing/2014/main" id="{868536F0-BECB-41C2-208F-CAAC89E244F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Mar. 20XX</a:t>
            </a:r>
          </a:p>
        </p:txBody>
      </p:sp>
      <p:sp>
        <p:nvSpPr>
          <p:cNvPr id="23" name="Marcador de posición de imagen 22">
            <a:extLst>
              <a:ext uri="{FF2B5EF4-FFF2-40B4-BE49-F238E27FC236}">
                <a16:creationId xmlns:a16="http://schemas.microsoft.com/office/drawing/2014/main" id="{4EF68FE0-ADE3-4AB5-AC04-6C029B601AB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501941" y="5051157"/>
            <a:ext cx="1877575" cy="11346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Fomento de metodologías holísticamente superiores</a:t>
            </a:r>
          </a:p>
          <a:p>
            <a:pPr rtl="0"/>
            <a:endParaRPr lang="es-ES" altLang="zh-CN" dirty="0"/>
          </a:p>
        </p:txBody>
      </p:sp>
      <p:sp>
        <p:nvSpPr>
          <p:cNvPr id="71" name="Marcador de texto 70">
            <a:extLst>
              <a:ext uri="{FF2B5EF4-FFF2-40B4-BE49-F238E27FC236}">
                <a16:creationId xmlns:a16="http://schemas.microsoft.com/office/drawing/2014/main" id="{FAFB92ED-EE9E-1E13-228D-2A33EE0B2FC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Mayo 20XX</a:t>
            </a:r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5140B95D-A59E-4E6C-BF07-5DD5E0E818A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734718" y="2937719"/>
            <a:ext cx="1877575" cy="11346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Implementación de redes estratégicas con necesidades de negocio electrónico atractivas</a:t>
            </a:r>
          </a:p>
          <a:p>
            <a:pPr rtl="0"/>
            <a:endParaRPr lang="es-ES" altLang="zh-CN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B7C211-AD9C-8CEC-B456-8FA0021960A9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5" name="Marcador de número de diapositiva 13">
            <a:extLst>
              <a:ext uri="{FF2B5EF4-FFF2-40B4-BE49-F238E27FC236}">
                <a16:creationId xmlns:a16="http://schemas.microsoft.com/office/drawing/2014/main" id="{F783E846-53E9-08B1-C781-088BBC6B548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es-ES"/>
            </a:defPPr>
            <a:lvl1pPr marL="0" algn="ctr" defTabSz="914400" rtl="0" eaLnBrk="1" latinLnBrk="0" hangingPunct="1">
              <a:defRPr lang="es-ES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fld id="{47FEACEE-25B4-4A2D-B147-27296E36371D}" type="slidenum">
              <a:rPr kumimoji="0" lang="es-E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t>11</a:t>
            </a:fld>
            <a:endParaRPr kumimoji="0" lang="es-E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60906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Áreas de enfoque</a:t>
            </a:r>
          </a:p>
        </p:txBody>
      </p:sp>
      <p:pic>
        <p:nvPicPr>
          <p:cNvPr id="26" name="Marcador de posición de imagen 25" descr="Disposición de bocetos de diseño de sitios web en papel">
            <a:extLst>
              <a:ext uri="{FF2B5EF4-FFF2-40B4-BE49-F238E27FC236}">
                <a16:creationId xmlns:a16="http://schemas.microsoft.com/office/drawing/2014/main" id="{4CBFAFCC-A306-4EA1-BEE3-7557795635A8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7" name="Marcador de texto 36">
            <a:extLst>
              <a:ext uri="{FF2B5EF4-FFF2-40B4-BE49-F238E27FC236}">
                <a16:creationId xmlns:a16="http://schemas.microsoft.com/office/drawing/2014/main" id="{16D3C8BC-FB28-3127-D29E-D4195120A3C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Escenarios de mercado B2B</a:t>
            </a:r>
          </a:p>
        </p:txBody>
      </p: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50705" y="4246516"/>
            <a:ext cx="2653545" cy="221084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Desarrollar estrategias ganadoras para seguir a la vanguardia de la competencia </a:t>
            </a:r>
          </a:p>
          <a:p>
            <a:pPr rtl="0"/>
            <a:endParaRPr lang="es-ES" dirty="0"/>
          </a:p>
          <a:p>
            <a:pPr rtl="0"/>
            <a:r>
              <a:rPr lang="es-ES" dirty="0"/>
              <a:t>Aprovechar los frutos obtenidos para identificar un valor aproximado</a:t>
            </a:r>
          </a:p>
          <a:p>
            <a:pPr rtl="0"/>
            <a:endParaRPr lang="es-ES" dirty="0"/>
          </a:p>
          <a:p>
            <a:pPr rtl="0"/>
            <a:r>
              <a:rPr lang="es-ES" dirty="0"/>
              <a:t>Visualizar la convergencia dirigida por el cliente</a:t>
            </a:r>
          </a:p>
          <a:p>
            <a:pPr rtl="0"/>
            <a:endParaRPr lang="es-ES" dirty="0"/>
          </a:p>
        </p:txBody>
      </p:sp>
      <p:sp>
        <p:nvSpPr>
          <p:cNvPr id="35" name="Marcador de texto 34">
            <a:extLst>
              <a:ext uri="{FF2B5EF4-FFF2-40B4-BE49-F238E27FC236}">
                <a16:creationId xmlns:a16="http://schemas.microsoft.com/office/drawing/2014/main" id="{2C8E94EA-2767-D144-C1BB-32AA2C99723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11506" y="3625598"/>
            <a:ext cx="3054968" cy="58796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>
                <a:effectLst/>
              </a:rPr>
              <a:t>Oportunidades basadas en la nube</a:t>
            </a:r>
            <a:endParaRPr lang="es-ES" dirty="0"/>
          </a:p>
        </p:txBody>
      </p:sp>
      <p:sp>
        <p:nvSpPr>
          <p:cNvPr id="44" name="Marcador de texto 43">
            <a:extLst>
              <a:ext uri="{FF2B5EF4-FFF2-40B4-BE49-F238E27FC236}">
                <a16:creationId xmlns:a16="http://schemas.microsoft.com/office/drawing/2014/main" id="{78466807-A2DA-EC5D-ACDE-B83D6F7169EA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Enfoques iterativos para una estrategia corporativa</a:t>
            </a:r>
          </a:p>
          <a:p>
            <a:pPr rtl="0"/>
            <a:endParaRPr lang="es-ES" dirty="0"/>
          </a:p>
          <a:p>
            <a:pPr rtl="0"/>
            <a:r>
              <a:rPr lang="es-ES"/>
              <a:t>Establecer un marco de administración desde dentro</a:t>
            </a:r>
          </a:p>
          <a:p>
            <a:pPr rtl="0"/>
            <a:endParaRPr lang="es-ES" dirty="0"/>
          </a:p>
        </p:txBody>
      </p:sp>
      <p:sp>
        <p:nvSpPr>
          <p:cNvPr id="11" name="Marcador de número de diapositiva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es-ES"/>
            </a:defPPr>
            <a:lvl1pPr marL="0" algn="ctr" defTabSz="914400" rtl="0" eaLnBrk="1" latinLnBrk="0" hangingPunct="1">
              <a:defRPr lang="es-ES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fld id="{47FEACEE-25B4-4A2D-B147-27296E36371D}" type="slidenum">
              <a:rPr kumimoji="0" lang="es-E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t>12</a:t>
            </a:fld>
            <a:endParaRPr kumimoji="0" lang="es-E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Cómo lo logramos</a:t>
            </a:r>
          </a:p>
        </p:txBody>
      </p:sp>
      <p:pic>
        <p:nvPicPr>
          <p:cNvPr id="192" name="Marcador de posición de imagen 191" descr="Ábaco con relleno sólido">
            <a:extLst>
              <a:ext uri="{FF2B5EF4-FFF2-40B4-BE49-F238E27FC236}">
                <a16:creationId xmlns:a16="http://schemas.microsoft.com/office/drawing/2014/main" id="{03D5E3D1-D423-EF5A-EE43-00CF1BD7FF63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82" r="5182"/>
          <a:stretch>
            <a:fillRect/>
          </a:stretch>
        </p:blipFill>
        <p:spPr/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FA96FE97-5E27-FC36-5E3A-511A31E6C7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Retorno sobre la inversión (ROI)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Previsión de conocimientos basados en los medios de comunicación y las estrategias de crecimiento en diversos medios</a:t>
            </a:r>
          </a:p>
          <a:p>
            <a:pPr rtl="0"/>
            <a:r>
              <a:rPr lang="es-ES"/>
              <a:t>Visualización del capital intelectual de calidad</a:t>
            </a:r>
          </a:p>
          <a:p>
            <a:pPr rtl="0"/>
            <a:r>
              <a:rPr lang="es-ES"/>
              <a:t>Incorporación de metodologías internacionales con tecnologías habilitadas para Web</a:t>
            </a:r>
          </a:p>
          <a:p>
            <a:pPr rtl="0"/>
            <a:endParaRPr lang="es-ES" dirty="0"/>
          </a:p>
        </p:txBody>
      </p:sp>
      <p:pic>
        <p:nvPicPr>
          <p:cNvPr id="194" name="Marcador de posición de imagen 193" descr="Gráfico de barras con tendencia ascendente con relleno sólido">
            <a:extLst>
              <a:ext uri="{FF2B5EF4-FFF2-40B4-BE49-F238E27FC236}">
                <a16:creationId xmlns:a16="http://schemas.microsoft.com/office/drawing/2014/main" id="{FAB9DE8A-4935-A3E0-0122-F76CDEAC29D1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661" r="2661"/>
          <a:stretch>
            <a:fillRect/>
          </a:stretch>
        </p:blipFill>
        <p:spPr/>
      </p:pic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DC774673-50D8-2D6F-C339-6E4B0A126B0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Mercados especializados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EB5763E-8BC0-F6C3-3814-6649A828C00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Búsqueda de un servicio de atención al cliente escalable a través de estrategias sostenibles</a:t>
            </a:r>
          </a:p>
          <a:p>
            <a:pPr rtl="0"/>
            <a:r>
              <a:rPr lang="es-ES"/>
              <a:t>Incorporación de servicios web de primera con entregas punteras</a:t>
            </a:r>
          </a:p>
          <a:p>
            <a:pPr rtl="0"/>
            <a:endParaRPr lang="es-ES" dirty="0"/>
          </a:p>
        </p:txBody>
      </p:sp>
      <p:pic>
        <p:nvPicPr>
          <p:cNvPr id="196" name="Marcador de posición de imagen 195" descr="Vínculo con relleno sólido">
            <a:extLst>
              <a:ext uri="{FF2B5EF4-FFF2-40B4-BE49-F238E27FC236}">
                <a16:creationId xmlns:a16="http://schemas.microsoft.com/office/drawing/2014/main" id="{B21D7164-3991-2960-0F80-CB302359CD8D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28" r="2528"/>
          <a:stretch>
            <a:fillRect/>
          </a:stretch>
        </p:blipFill>
        <p:spPr/>
      </p:pic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D3E02E0C-26E8-8160-D35F-2398015C05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Cadenas de suministro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C78180D0-1AB6-8416-0EB1-10648E1A605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Fomento de un servicio de atención al cliente cercano con ideas sólidas</a:t>
            </a:r>
          </a:p>
          <a:p>
            <a:pPr rtl="0"/>
            <a:r>
              <a:rPr lang="es-ES"/>
              <a:t>Maximizar las entregas puntuales de los esquemas en tiempo real</a:t>
            </a:r>
          </a:p>
        </p:txBody>
      </p:sp>
      <p:sp>
        <p:nvSpPr>
          <p:cNvPr id="15" name="Marcador de número de diapositiva 13">
            <a:extLst>
              <a:ext uri="{FF2B5EF4-FFF2-40B4-BE49-F238E27FC236}">
                <a16:creationId xmlns:a16="http://schemas.microsoft.com/office/drawing/2014/main" id="{55AB7753-4245-72E4-BEDB-33038672BA3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es-ES"/>
            </a:defPPr>
            <a:lvl1pPr marL="0" algn="ctr" defTabSz="914400" rtl="0" eaLnBrk="1" latinLnBrk="0" hangingPunct="1">
              <a:defRPr lang="es-ES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fld id="{47FEACEE-25B4-4A2D-B147-27296E36371D}" type="slidenum">
              <a:rPr kumimoji="0" lang="es-E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t>13</a:t>
            </a:fld>
            <a:endParaRPr kumimoji="0" lang="es-E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Resumen</a:t>
            </a:r>
            <a:endParaRPr lang="es-ES" dirty="0"/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En Contoso, creemos en dar el 110 %. Con nuestra arquitectura de datos de próxima generación, ayudamos a las empresas a administrar virtualmente flujos de trabajo ágiles. Progresamos gracias a nuestro conocimiento del mercado y al excelente equipo que hay detrás de nuestro producto. Como dice nuestro director general, "La eficiencia llegará al transformar de forma proactiva la forma en que hacemos negocios".</a:t>
            </a:r>
          </a:p>
          <a:p>
            <a:pPr rtl="0"/>
            <a:endParaRPr lang="es-ES" dirty="0"/>
          </a:p>
        </p:txBody>
      </p:sp>
      <p:pic>
        <p:nvPicPr>
          <p:cNvPr id="38" name="Marcador de posición de imagen 37" descr="Personas trabajando en la oficina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9" name="Marcador de posición de imagen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7838384-8691-DBBE-0A1A-DAFAC40B948F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8" name="Marcador de número de diapositiva 13">
            <a:extLst>
              <a:ext uri="{FF2B5EF4-FFF2-40B4-BE49-F238E27FC236}">
                <a16:creationId xmlns:a16="http://schemas.microsoft.com/office/drawing/2014/main" id="{965C5ABF-DCA7-6790-2E26-EE57DCD64900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rtlCol="0" anchor="ctr"/>
          <a:lstStyle>
            <a:defPPr>
              <a:defRPr lang="es-ES"/>
            </a:defPPr>
            <a:lvl1pPr marL="0" algn="ctr" defTabSz="914400" rtl="0" eaLnBrk="1" latinLnBrk="0" hangingPunct="1">
              <a:defRPr lang="es-ES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fld id="{47FEACEE-25B4-4A2D-B147-27296E36371D}" type="slidenum">
              <a:rPr kumimoji="0" lang="es-E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s-ES"/>
              </a:pPr>
              <a:t>14</a:t>
            </a:fld>
            <a:endParaRPr kumimoji="0" lang="es-E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  <p:pic>
        <p:nvPicPr>
          <p:cNvPr id="14" name="Marcador de posición de imagen 13" descr="Personas trabajando en la oficina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Marcador de posición de imagen 15" descr="Personas en una oficina hablando sobre el trabajo con un portátil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Marcador de posición de imagen 17" descr="Disposición de bocetos de diseño de sitios web en papel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Carlota Melgar</a:t>
            </a:r>
          </a:p>
          <a:p>
            <a:pPr lvl="0" rtl="0"/>
            <a:r>
              <a:rPr lang="es-ES"/>
              <a:t>mirjam@contoso.com</a:t>
            </a:r>
          </a:p>
          <a:p>
            <a:pPr lvl="0" rtl="0"/>
            <a:r>
              <a:rPr lang="es-ES"/>
              <a:t>www.contoso.com</a:t>
            </a:r>
          </a:p>
          <a:p>
            <a:pPr rtl="0"/>
            <a:endParaRPr lang="es-ES" dirty="0"/>
          </a:p>
        </p:txBody>
      </p:sp>
      <p:pic>
        <p:nvPicPr>
          <p:cNvPr id="28" name="Marcador de posición de imagen 27" descr="Empresaria revisando notas rápidas en una pared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Dark Presentation_win32_v2" id="{93B44BEE-AA18-4720-B555-E5F46C5F93FC}" vid="{88E458CA-BB4B-4D24-B4FE-119ECB54A9B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E77570E-71D6-4005-B631-1B00A1197B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614</Words>
  <Application>Microsoft Office PowerPoint</Application>
  <PresentationFormat>Panorámica</PresentationFormat>
  <Paragraphs>169</Paragraphs>
  <Slides>15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Personalizar</vt:lpstr>
      <vt:lpstr>ELIZA – EL PRIMER CHATBOT</vt:lpstr>
      <vt:lpstr>Índice</vt:lpstr>
      <vt:lpstr>Introducción</vt:lpstr>
      <vt:lpstr>Objetivos principales</vt:lpstr>
      <vt:lpstr>Áreas de crecimiento</vt:lpstr>
      <vt:lpstr>"Las oportunidades de negocio son como los autobuses. Siempre viene otra."</vt:lpstr>
      <vt:lpstr>Conozca a nuestro equipo</vt:lpstr>
      <vt:lpstr>Conozca a nuestro equipo extendido </vt:lpstr>
      <vt:lpstr>Plan para el lanzamiento del producto</vt:lpstr>
      <vt:lpstr>Planear el lanzamiento del producto </vt:lpstr>
      <vt:lpstr>Escala de tiempo</vt:lpstr>
      <vt:lpstr>Áreas de enfoque</vt:lpstr>
      <vt:lpstr>Cómo lo logramos</vt:lpstr>
      <vt:lpstr>Resumen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</cp:revision>
  <dcterms:created xsi:type="dcterms:W3CDTF">2026-09-20T18:37:22Z</dcterms:created>
  <dcterms:modified xsi:type="dcterms:W3CDTF">2026-09-20T18:58:46Z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
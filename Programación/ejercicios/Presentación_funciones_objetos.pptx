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88071-5790-1011-03B3-16C3A9FD8A7D}" v="910" dt="2026-10-06T12:14:16.155"/>
    <p1510:client id="{4C008F0B-F35F-F8FD-77A4-2F8123BD8B6C}" v="1056" dt="2026-10-05T18:56:22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Ramon Quintanilla" userId="S::mramonq@student.planetafp.es::babd9ed9-d31c-479a-9f44-46e8dc23751a" providerId="AD" clId="Web-{4C008F0B-F35F-F8FD-77A4-2F8123BD8B6C}"/>
    <pc:docChg chg="addSld modSld">
      <pc:chgData name="Martin Ramon Quintanilla" userId="S::mramonq@student.planetafp.es::babd9ed9-d31c-479a-9f44-46e8dc23751a" providerId="AD" clId="Web-{4C008F0B-F35F-F8FD-77A4-2F8123BD8B6C}" dt="2026-10-05T18:56:22.944" v="1041" actId="20577"/>
      <pc:docMkLst>
        <pc:docMk/>
      </pc:docMkLst>
      <pc:sldChg chg="modSp">
        <pc:chgData name="Martin Ramon Quintanilla" userId="S::mramonq@student.planetafp.es::babd9ed9-d31c-479a-9f44-46e8dc23751a" providerId="AD" clId="Web-{4C008F0B-F35F-F8FD-77A4-2F8123BD8B6C}" dt="2026-10-05T17:46:23.917" v="349" actId="20577"/>
        <pc:sldMkLst>
          <pc:docMk/>
          <pc:sldMk cId="2406273178" sldId="256"/>
        </pc:sldMkLst>
        <pc:spChg chg="mod">
          <ac:chgData name="Martin Ramon Quintanilla" userId="S::mramonq@student.planetafp.es::babd9ed9-d31c-479a-9f44-46e8dc23751a" providerId="AD" clId="Web-{4C008F0B-F35F-F8FD-77A4-2F8123BD8B6C}" dt="2026-10-05T17:46:23.917" v="349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Martin Ramon Quintanilla" userId="S::mramonq@student.planetafp.es::babd9ed9-d31c-479a-9f44-46e8dc23751a" providerId="AD" clId="Web-{4C008F0B-F35F-F8FD-77A4-2F8123BD8B6C}" dt="2026-10-05T17:25:49.597" v="72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addSp modSp new">
        <pc:chgData name="Martin Ramon Quintanilla" userId="S::mramonq@student.planetafp.es::babd9ed9-d31c-479a-9f44-46e8dc23751a" providerId="AD" clId="Web-{4C008F0B-F35F-F8FD-77A4-2F8123BD8B6C}" dt="2026-10-05T17:50:45.987" v="367" actId="1076"/>
        <pc:sldMkLst>
          <pc:docMk/>
          <pc:sldMk cId="1117263901" sldId="257"/>
        </pc:sldMkLst>
        <pc:spChg chg="mod">
          <ac:chgData name="Martin Ramon Quintanilla" userId="S::mramonq@student.planetafp.es::babd9ed9-d31c-479a-9f44-46e8dc23751a" providerId="AD" clId="Web-{4C008F0B-F35F-F8FD-77A4-2F8123BD8B6C}" dt="2026-10-05T17:28:01.710" v="97" actId="20577"/>
          <ac:spMkLst>
            <pc:docMk/>
            <pc:sldMk cId="1117263901" sldId="257"/>
            <ac:spMk id="2" creationId="{43A9E90F-BD0E-A6BA-E6D3-E6CB0CDD7400}"/>
          </ac:spMkLst>
        </pc:spChg>
        <pc:spChg chg="mod">
          <ac:chgData name="Martin Ramon Quintanilla" userId="S::mramonq@student.planetafp.es::babd9ed9-d31c-479a-9f44-46e8dc23751a" providerId="AD" clId="Web-{4C008F0B-F35F-F8FD-77A4-2F8123BD8B6C}" dt="2026-10-05T17:47:58.310" v="363" actId="20577"/>
          <ac:spMkLst>
            <pc:docMk/>
            <pc:sldMk cId="1117263901" sldId="257"/>
            <ac:spMk id="3" creationId="{9CAA0938-8431-399C-A635-2F3EE9E5723D}"/>
          </ac:spMkLst>
        </pc:spChg>
        <pc:picChg chg="add mod">
          <ac:chgData name="Martin Ramon Quintanilla" userId="S::mramonq@student.planetafp.es::babd9ed9-d31c-479a-9f44-46e8dc23751a" providerId="AD" clId="Web-{4C008F0B-F35F-F8FD-77A4-2F8123BD8B6C}" dt="2026-10-05T17:50:45.987" v="367" actId="1076"/>
          <ac:picMkLst>
            <pc:docMk/>
            <pc:sldMk cId="1117263901" sldId="257"/>
            <ac:picMk id="4" creationId="{D7DCA8AD-F5EF-AB05-8847-5F85244ECA19}"/>
          </ac:picMkLst>
        </pc:picChg>
      </pc:sldChg>
      <pc:sldChg chg="addSp delSp modSp new">
        <pc:chgData name="Martin Ramon Quintanilla" userId="S::mramonq@student.planetafp.es::babd9ed9-d31c-479a-9f44-46e8dc23751a" providerId="AD" clId="Web-{4C008F0B-F35F-F8FD-77A4-2F8123BD8B6C}" dt="2026-10-05T18:05:53.156" v="449" actId="20577"/>
        <pc:sldMkLst>
          <pc:docMk/>
          <pc:sldMk cId="322842494" sldId="258"/>
        </pc:sldMkLst>
        <pc:spChg chg="mod">
          <ac:chgData name="Martin Ramon Quintanilla" userId="S::mramonq@student.planetafp.es::babd9ed9-d31c-479a-9f44-46e8dc23751a" providerId="AD" clId="Web-{4C008F0B-F35F-F8FD-77A4-2F8123BD8B6C}" dt="2026-10-05T17:32:29.234" v="206" actId="20577"/>
          <ac:spMkLst>
            <pc:docMk/>
            <pc:sldMk cId="322842494" sldId="258"/>
            <ac:spMk id="2" creationId="{1C41F322-E523-1762-E296-FFE1B2729628}"/>
          </ac:spMkLst>
        </pc:spChg>
        <pc:spChg chg="mod">
          <ac:chgData name="Martin Ramon Quintanilla" userId="S::mramonq@student.planetafp.es::babd9ed9-d31c-479a-9f44-46e8dc23751a" providerId="AD" clId="Web-{4C008F0B-F35F-F8FD-77A4-2F8123BD8B6C}" dt="2026-10-05T18:05:53.156" v="449" actId="20577"/>
          <ac:spMkLst>
            <pc:docMk/>
            <pc:sldMk cId="322842494" sldId="258"/>
            <ac:spMk id="3" creationId="{D6C6800F-877A-1A74-865A-7F7140A600C9}"/>
          </ac:spMkLst>
        </pc:spChg>
        <pc:picChg chg="add del mod">
          <ac:chgData name="Martin Ramon Quintanilla" userId="S::mramonq@student.planetafp.es::babd9ed9-d31c-479a-9f44-46e8dc23751a" providerId="AD" clId="Web-{4C008F0B-F35F-F8FD-77A4-2F8123BD8B6C}" dt="2026-10-05T18:02:32.900" v="376"/>
          <ac:picMkLst>
            <pc:docMk/>
            <pc:sldMk cId="322842494" sldId="258"/>
            <ac:picMk id="4" creationId="{7A676996-ACCE-E9E6-1992-A8FECCCED6A8}"/>
          </ac:picMkLst>
        </pc:picChg>
        <pc:picChg chg="add mod">
          <ac:chgData name="Martin Ramon Quintanilla" userId="S::mramonq@student.planetafp.es::babd9ed9-d31c-479a-9f44-46e8dc23751a" providerId="AD" clId="Web-{4C008F0B-F35F-F8FD-77A4-2F8123BD8B6C}" dt="2026-10-05T18:02:39.994" v="378" actId="1076"/>
          <ac:picMkLst>
            <pc:docMk/>
            <pc:sldMk cId="322842494" sldId="258"/>
            <ac:picMk id="5" creationId="{1ABF6B40-65C9-C6B3-C95B-DEB7A3FAAD18}"/>
          </ac:picMkLst>
        </pc:picChg>
      </pc:sldChg>
      <pc:sldChg chg="modSp new">
        <pc:chgData name="Martin Ramon Quintanilla" userId="S::mramonq@student.planetafp.es::babd9ed9-d31c-479a-9f44-46e8dc23751a" providerId="AD" clId="Web-{4C008F0B-F35F-F8FD-77A4-2F8123BD8B6C}" dt="2026-10-05T18:16:10.994" v="655" actId="20577"/>
        <pc:sldMkLst>
          <pc:docMk/>
          <pc:sldMk cId="354074190" sldId="259"/>
        </pc:sldMkLst>
        <pc:spChg chg="mod">
          <ac:chgData name="Martin Ramon Quintanilla" userId="S::mramonq@student.planetafp.es::babd9ed9-d31c-479a-9f44-46e8dc23751a" providerId="AD" clId="Web-{4C008F0B-F35F-F8FD-77A4-2F8123BD8B6C}" dt="2026-10-05T18:06:59.033" v="469" actId="20577"/>
          <ac:spMkLst>
            <pc:docMk/>
            <pc:sldMk cId="354074190" sldId="259"/>
            <ac:spMk id="2" creationId="{AABE8F11-28C2-6A33-1289-E7D806E03AE4}"/>
          </ac:spMkLst>
        </pc:spChg>
        <pc:spChg chg="mod">
          <ac:chgData name="Martin Ramon Quintanilla" userId="S::mramonq@student.planetafp.es::babd9ed9-d31c-479a-9f44-46e8dc23751a" providerId="AD" clId="Web-{4C008F0B-F35F-F8FD-77A4-2F8123BD8B6C}" dt="2026-10-05T18:16:10.994" v="655" actId="20577"/>
          <ac:spMkLst>
            <pc:docMk/>
            <pc:sldMk cId="354074190" sldId="259"/>
            <ac:spMk id="3" creationId="{2DCFBA8E-B4D2-E49C-CA42-B628D77340CC}"/>
          </ac:spMkLst>
        </pc:spChg>
      </pc:sldChg>
      <pc:sldChg chg="addSp modSp new">
        <pc:chgData name="Martin Ramon Quintanilla" userId="S::mramonq@student.planetafp.es::babd9ed9-d31c-479a-9f44-46e8dc23751a" providerId="AD" clId="Web-{4C008F0B-F35F-F8FD-77A4-2F8123BD8B6C}" dt="2026-10-05T18:31:36.758" v="838" actId="1076"/>
        <pc:sldMkLst>
          <pc:docMk/>
          <pc:sldMk cId="2537081983" sldId="260"/>
        </pc:sldMkLst>
        <pc:spChg chg="mod">
          <ac:chgData name="Martin Ramon Quintanilla" userId="S::mramonq@student.planetafp.es::babd9ed9-d31c-479a-9f44-46e8dc23751a" providerId="AD" clId="Web-{4C008F0B-F35F-F8FD-77A4-2F8123BD8B6C}" dt="2026-10-05T18:18:05.076" v="673" actId="20577"/>
          <ac:spMkLst>
            <pc:docMk/>
            <pc:sldMk cId="2537081983" sldId="260"/>
            <ac:spMk id="2" creationId="{C0FA8283-FBC5-4616-4EC3-A68DEF96955E}"/>
          </ac:spMkLst>
        </pc:spChg>
        <pc:spChg chg="mod">
          <ac:chgData name="Martin Ramon Quintanilla" userId="S::mramonq@student.planetafp.es::babd9ed9-d31c-479a-9f44-46e8dc23751a" providerId="AD" clId="Web-{4C008F0B-F35F-F8FD-77A4-2F8123BD8B6C}" dt="2026-10-05T18:31:26.085" v="834" actId="20577"/>
          <ac:spMkLst>
            <pc:docMk/>
            <pc:sldMk cId="2537081983" sldId="260"/>
            <ac:spMk id="3" creationId="{4B0817D4-D95F-CBB0-4FCA-35224C48D268}"/>
          </ac:spMkLst>
        </pc:spChg>
        <pc:picChg chg="add mod">
          <ac:chgData name="Martin Ramon Quintanilla" userId="S::mramonq@student.planetafp.es::babd9ed9-d31c-479a-9f44-46e8dc23751a" providerId="AD" clId="Web-{4C008F0B-F35F-F8FD-77A4-2F8123BD8B6C}" dt="2026-10-05T18:31:36.758" v="838" actId="1076"/>
          <ac:picMkLst>
            <pc:docMk/>
            <pc:sldMk cId="2537081983" sldId="260"/>
            <ac:picMk id="4" creationId="{950B4023-BD15-FFE4-997C-8B47BC0C81B5}"/>
          </ac:picMkLst>
        </pc:picChg>
      </pc:sldChg>
      <pc:sldChg chg="addSp modSp new">
        <pc:chgData name="Martin Ramon Quintanilla" userId="S::mramonq@student.planetafp.es::babd9ed9-d31c-479a-9f44-46e8dc23751a" providerId="AD" clId="Web-{4C008F0B-F35F-F8FD-77A4-2F8123BD8B6C}" dt="2026-10-05T18:42:46.935" v="951" actId="1076"/>
        <pc:sldMkLst>
          <pc:docMk/>
          <pc:sldMk cId="277160535" sldId="261"/>
        </pc:sldMkLst>
        <pc:spChg chg="mod">
          <ac:chgData name="Martin Ramon Quintanilla" userId="S::mramonq@student.planetafp.es::babd9ed9-d31c-479a-9f44-46e8dc23751a" providerId="AD" clId="Web-{4C008F0B-F35F-F8FD-77A4-2F8123BD8B6C}" dt="2026-10-05T18:33:18.776" v="843" actId="20577"/>
          <ac:spMkLst>
            <pc:docMk/>
            <pc:sldMk cId="277160535" sldId="261"/>
            <ac:spMk id="2" creationId="{F1464AB8-34E1-0369-CCFC-161C0D1A47E0}"/>
          </ac:spMkLst>
        </pc:spChg>
        <pc:spChg chg="mod">
          <ac:chgData name="Martin Ramon Quintanilla" userId="S::mramonq@student.planetafp.es::babd9ed9-d31c-479a-9f44-46e8dc23751a" providerId="AD" clId="Web-{4C008F0B-F35F-F8FD-77A4-2F8123BD8B6C}" dt="2026-10-05T18:42:04.105" v="944" actId="20577"/>
          <ac:spMkLst>
            <pc:docMk/>
            <pc:sldMk cId="277160535" sldId="261"/>
            <ac:spMk id="3" creationId="{25DBB180-6757-8E1B-CADC-85C82B586CE9}"/>
          </ac:spMkLst>
        </pc:spChg>
        <pc:picChg chg="add mod">
          <ac:chgData name="Martin Ramon Quintanilla" userId="S::mramonq@student.planetafp.es::babd9ed9-d31c-479a-9f44-46e8dc23751a" providerId="AD" clId="Web-{4C008F0B-F35F-F8FD-77A4-2F8123BD8B6C}" dt="2026-10-05T18:42:46.935" v="951" actId="1076"/>
          <ac:picMkLst>
            <pc:docMk/>
            <pc:sldMk cId="277160535" sldId="261"/>
            <ac:picMk id="4" creationId="{AB4C9A48-1666-D6FC-0991-438F32E85D67}"/>
          </ac:picMkLst>
        </pc:picChg>
      </pc:sldChg>
      <pc:sldChg chg="modSp new">
        <pc:chgData name="Martin Ramon Quintanilla" userId="S::mramonq@student.planetafp.es::babd9ed9-d31c-479a-9f44-46e8dc23751a" providerId="AD" clId="Web-{4C008F0B-F35F-F8FD-77A4-2F8123BD8B6C}" dt="2026-10-05T18:56:22.944" v="1041" actId="20577"/>
        <pc:sldMkLst>
          <pc:docMk/>
          <pc:sldMk cId="3279734709" sldId="262"/>
        </pc:sldMkLst>
        <pc:spChg chg="mod">
          <ac:chgData name="Martin Ramon Quintanilla" userId="S::mramonq@student.planetafp.es::babd9ed9-d31c-479a-9f44-46e8dc23751a" providerId="AD" clId="Web-{4C008F0B-F35F-F8FD-77A4-2F8123BD8B6C}" dt="2026-10-05T18:44:01.937" v="968" actId="20577"/>
          <ac:spMkLst>
            <pc:docMk/>
            <pc:sldMk cId="3279734709" sldId="262"/>
            <ac:spMk id="2" creationId="{C94FF2A0-4EFF-207E-FC4B-0DCAA759899A}"/>
          </ac:spMkLst>
        </pc:spChg>
        <pc:spChg chg="mod">
          <ac:chgData name="Martin Ramon Quintanilla" userId="S::mramonq@student.planetafp.es::babd9ed9-d31c-479a-9f44-46e8dc23751a" providerId="AD" clId="Web-{4C008F0B-F35F-F8FD-77A4-2F8123BD8B6C}" dt="2026-10-05T18:56:22.944" v="1041" actId="20577"/>
          <ac:spMkLst>
            <pc:docMk/>
            <pc:sldMk cId="3279734709" sldId="262"/>
            <ac:spMk id="3" creationId="{1A9F89C7-CC12-EA05-F227-B895A551CAF5}"/>
          </ac:spMkLst>
        </pc:spChg>
      </pc:sldChg>
    </pc:docChg>
  </pc:docChgLst>
  <pc:docChgLst>
    <pc:chgData name="Martin Ramon Quintanilla" userId="S::mramonq@student.planetafp.es::babd9ed9-d31c-479a-9f44-46e8dc23751a" providerId="AD" clId="Web-{19488071-5790-1011-03B3-16C3A9FD8A7D}"/>
    <pc:docChg chg="addSld modSld">
      <pc:chgData name="Martin Ramon Quintanilla" userId="S::mramonq@student.planetafp.es::babd9ed9-d31c-479a-9f44-46e8dc23751a" providerId="AD" clId="Web-{19488071-5790-1011-03B3-16C3A9FD8A7D}" dt="2026-10-06T12:14:16.155" v="899" actId="1076"/>
      <pc:docMkLst>
        <pc:docMk/>
      </pc:docMkLst>
      <pc:sldChg chg="modSp">
        <pc:chgData name="Martin Ramon Quintanilla" userId="S::mramonq@student.planetafp.es::babd9ed9-d31c-479a-9f44-46e8dc23751a" providerId="AD" clId="Web-{19488071-5790-1011-03B3-16C3A9FD8A7D}" dt="2026-10-06T11:49:31.542" v="517" actId="20577"/>
        <pc:sldMkLst>
          <pc:docMk/>
          <pc:sldMk cId="1117263901" sldId="257"/>
        </pc:sldMkLst>
        <pc:spChg chg="mod">
          <ac:chgData name="Martin Ramon Quintanilla" userId="S::mramonq@student.planetafp.es::babd9ed9-d31c-479a-9f44-46e8dc23751a" providerId="AD" clId="Web-{19488071-5790-1011-03B3-16C3A9FD8A7D}" dt="2026-10-06T11:25:30.511" v="210" actId="20577"/>
          <ac:spMkLst>
            <pc:docMk/>
            <pc:sldMk cId="1117263901" sldId="257"/>
            <ac:spMk id="2" creationId="{43A9E90F-BD0E-A6BA-E6D3-E6CB0CDD7400}"/>
          </ac:spMkLst>
        </pc:spChg>
        <pc:spChg chg="mod">
          <ac:chgData name="Martin Ramon Quintanilla" userId="S::mramonq@student.planetafp.es::babd9ed9-d31c-479a-9f44-46e8dc23751a" providerId="AD" clId="Web-{19488071-5790-1011-03B3-16C3A9FD8A7D}" dt="2026-10-06T11:49:31.542" v="517" actId="20577"/>
          <ac:spMkLst>
            <pc:docMk/>
            <pc:sldMk cId="1117263901" sldId="257"/>
            <ac:spMk id="3" creationId="{9CAA0938-8431-399C-A635-2F3EE9E5723D}"/>
          </ac:spMkLst>
        </pc:spChg>
      </pc:sldChg>
      <pc:sldChg chg="modSp">
        <pc:chgData name="Martin Ramon Quintanilla" userId="S::mramonq@student.planetafp.es::babd9ed9-d31c-479a-9f44-46e8dc23751a" providerId="AD" clId="Web-{19488071-5790-1011-03B3-16C3A9FD8A7D}" dt="2026-10-06T11:49:40.215" v="518" actId="20577"/>
        <pc:sldMkLst>
          <pc:docMk/>
          <pc:sldMk cId="322842494" sldId="258"/>
        </pc:sldMkLst>
        <pc:spChg chg="mod">
          <ac:chgData name="Martin Ramon Quintanilla" userId="S::mramonq@student.planetafp.es::babd9ed9-d31c-479a-9f44-46e8dc23751a" providerId="AD" clId="Web-{19488071-5790-1011-03B3-16C3A9FD8A7D}" dt="2026-10-06T11:49:40.215" v="518" actId="20577"/>
          <ac:spMkLst>
            <pc:docMk/>
            <pc:sldMk cId="322842494" sldId="258"/>
            <ac:spMk id="3" creationId="{D6C6800F-877A-1A74-865A-7F7140A600C9}"/>
          </ac:spMkLst>
        </pc:spChg>
      </pc:sldChg>
      <pc:sldChg chg="modSp">
        <pc:chgData name="Martin Ramon Quintanilla" userId="S::mramonq@student.planetafp.es::babd9ed9-d31c-479a-9f44-46e8dc23751a" providerId="AD" clId="Web-{19488071-5790-1011-03B3-16C3A9FD8A7D}" dt="2026-10-06T11:49:49.559" v="519" actId="20577"/>
        <pc:sldMkLst>
          <pc:docMk/>
          <pc:sldMk cId="354074190" sldId="259"/>
        </pc:sldMkLst>
        <pc:spChg chg="mod">
          <ac:chgData name="Martin Ramon Quintanilla" userId="S::mramonq@student.planetafp.es::babd9ed9-d31c-479a-9f44-46e8dc23751a" providerId="AD" clId="Web-{19488071-5790-1011-03B3-16C3A9FD8A7D}" dt="2026-10-06T11:49:49.559" v="519" actId="20577"/>
          <ac:spMkLst>
            <pc:docMk/>
            <pc:sldMk cId="354074190" sldId="259"/>
            <ac:spMk id="3" creationId="{2DCFBA8E-B4D2-E49C-CA42-B628D77340CC}"/>
          </ac:spMkLst>
        </pc:spChg>
      </pc:sldChg>
      <pc:sldChg chg="modSp">
        <pc:chgData name="Martin Ramon Quintanilla" userId="S::mramonq@student.planetafp.es::babd9ed9-d31c-479a-9f44-46e8dc23751a" providerId="AD" clId="Web-{19488071-5790-1011-03B3-16C3A9FD8A7D}" dt="2026-10-06T11:50:05.904" v="520" actId="20577"/>
        <pc:sldMkLst>
          <pc:docMk/>
          <pc:sldMk cId="2537081983" sldId="260"/>
        </pc:sldMkLst>
        <pc:spChg chg="mod">
          <ac:chgData name="Martin Ramon Quintanilla" userId="S::mramonq@student.planetafp.es::babd9ed9-d31c-479a-9f44-46e8dc23751a" providerId="AD" clId="Web-{19488071-5790-1011-03B3-16C3A9FD8A7D}" dt="2026-10-06T11:50:05.904" v="520" actId="20577"/>
          <ac:spMkLst>
            <pc:docMk/>
            <pc:sldMk cId="2537081983" sldId="260"/>
            <ac:spMk id="3" creationId="{4B0817D4-D95F-CBB0-4FCA-35224C48D268}"/>
          </ac:spMkLst>
        </pc:spChg>
      </pc:sldChg>
      <pc:sldChg chg="modSp">
        <pc:chgData name="Martin Ramon Quintanilla" userId="S::mramonq@student.planetafp.es::babd9ed9-d31c-479a-9f44-46e8dc23751a" providerId="AD" clId="Web-{19488071-5790-1011-03B3-16C3A9FD8A7D}" dt="2026-10-06T11:50:18.827" v="521" actId="20577"/>
        <pc:sldMkLst>
          <pc:docMk/>
          <pc:sldMk cId="277160535" sldId="261"/>
        </pc:sldMkLst>
        <pc:spChg chg="mod">
          <ac:chgData name="Martin Ramon Quintanilla" userId="S::mramonq@student.planetafp.es::babd9ed9-d31c-479a-9f44-46e8dc23751a" providerId="AD" clId="Web-{19488071-5790-1011-03B3-16C3A9FD8A7D}" dt="2026-10-06T11:50:18.827" v="521" actId="20577"/>
          <ac:spMkLst>
            <pc:docMk/>
            <pc:sldMk cId="277160535" sldId="261"/>
            <ac:spMk id="3" creationId="{25DBB180-6757-8E1B-CADC-85C82B586CE9}"/>
          </ac:spMkLst>
        </pc:spChg>
      </pc:sldChg>
      <pc:sldChg chg="addSp modSp">
        <pc:chgData name="Martin Ramon Quintanilla" userId="S::mramonq@student.planetafp.es::babd9ed9-d31c-479a-9f44-46e8dc23751a" providerId="AD" clId="Web-{19488071-5790-1011-03B3-16C3A9FD8A7D}" dt="2026-10-06T11:50:38.969" v="522" actId="20577"/>
        <pc:sldMkLst>
          <pc:docMk/>
          <pc:sldMk cId="3279734709" sldId="262"/>
        </pc:sldMkLst>
        <pc:spChg chg="mod">
          <ac:chgData name="Martin Ramon Quintanilla" userId="S::mramonq@student.planetafp.es::babd9ed9-d31c-479a-9f44-46e8dc23751a" providerId="AD" clId="Web-{19488071-5790-1011-03B3-16C3A9FD8A7D}" dt="2026-10-06T11:50:38.969" v="522" actId="20577"/>
          <ac:spMkLst>
            <pc:docMk/>
            <pc:sldMk cId="3279734709" sldId="262"/>
            <ac:spMk id="3" creationId="{1A9F89C7-CC12-EA05-F227-B895A551CAF5}"/>
          </ac:spMkLst>
        </pc:spChg>
        <pc:spChg chg="add mod">
          <ac:chgData name="Martin Ramon Quintanilla" userId="S::mramonq@student.planetafp.es::babd9ed9-d31c-479a-9f44-46e8dc23751a" providerId="AD" clId="Web-{19488071-5790-1011-03B3-16C3A9FD8A7D}" dt="2026-10-06T11:22:38.234" v="174" actId="20577"/>
          <ac:spMkLst>
            <pc:docMk/>
            <pc:sldMk cId="3279734709" sldId="262"/>
            <ac:spMk id="5" creationId="{82C098C5-5A50-9CBA-A84F-E78FACB9514C}"/>
          </ac:spMkLst>
        </pc:spChg>
        <pc:picChg chg="add mod">
          <ac:chgData name="Martin Ramon Quintanilla" userId="S::mramonq@student.planetafp.es::babd9ed9-d31c-479a-9f44-46e8dc23751a" providerId="AD" clId="Web-{19488071-5790-1011-03B3-16C3A9FD8A7D}" dt="2026-10-06T11:21:59.466" v="166" actId="14100"/>
          <ac:picMkLst>
            <pc:docMk/>
            <pc:sldMk cId="3279734709" sldId="262"/>
            <ac:picMk id="4" creationId="{D3EE7C1D-80F5-314A-4ACA-3881A539B61D}"/>
          </ac:picMkLst>
        </pc:picChg>
      </pc:sldChg>
      <pc:sldChg chg="modSp new">
        <pc:chgData name="Martin Ramon Quintanilla" userId="S::mramonq@student.planetafp.es::babd9ed9-d31c-479a-9f44-46e8dc23751a" providerId="AD" clId="Web-{19488071-5790-1011-03B3-16C3A9FD8A7D}" dt="2026-10-06T11:55:22.659" v="634" actId="20577"/>
        <pc:sldMkLst>
          <pc:docMk/>
          <pc:sldMk cId="3324257125" sldId="263"/>
        </pc:sldMkLst>
        <pc:spChg chg="mod">
          <ac:chgData name="Martin Ramon Quintanilla" userId="S::mramonq@student.planetafp.es::babd9ed9-d31c-479a-9f44-46e8dc23751a" providerId="AD" clId="Web-{19488071-5790-1011-03B3-16C3A9FD8A7D}" dt="2026-10-06T11:39:01.329" v="440" actId="20577"/>
          <ac:spMkLst>
            <pc:docMk/>
            <pc:sldMk cId="3324257125" sldId="263"/>
            <ac:spMk id="2" creationId="{ADCCD6A6-7C12-90B8-6FCD-DB241C3C0F4F}"/>
          </ac:spMkLst>
        </pc:spChg>
        <pc:spChg chg="mod">
          <ac:chgData name="Martin Ramon Quintanilla" userId="S::mramonq@student.planetafp.es::babd9ed9-d31c-479a-9f44-46e8dc23751a" providerId="AD" clId="Web-{19488071-5790-1011-03B3-16C3A9FD8A7D}" dt="2026-10-06T11:55:22.659" v="634" actId="20577"/>
          <ac:spMkLst>
            <pc:docMk/>
            <pc:sldMk cId="3324257125" sldId="263"/>
            <ac:spMk id="3" creationId="{99517DF6-5D30-CD17-F10F-5769B71019A4}"/>
          </ac:spMkLst>
        </pc:spChg>
      </pc:sldChg>
      <pc:sldChg chg="addSp delSp modSp new">
        <pc:chgData name="Martin Ramon Quintanilla" userId="S::mramonq@student.planetafp.es::babd9ed9-d31c-479a-9f44-46e8dc23751a" providerId="AD" clId="Web-{19488071-5790-1011-03B3-16C3A9FD8A7D}" dt="2026-10-06T12:13:41.090" v="880"/>
        <pc:sldMkLst>
          <pc:docMk/>
          <pc:sldMk cId="2473558660" sldId="264"/>
        </pc:sldMkLst>
        <pc:spChg chg="mod">
          <ac:chgData name="Martin Ramon Quintanilla" userId="S::mramonq@student.planetafp.es::babd9ed9-d31c-479a-9f44-46e8dc23751a" providerId="AD" clId="Web-{19488071-5790-1011-03B3-16C3A9FD8A7D}" dt="2026-10-06T11:38:17.686" v="432" actId="20577"/>
          <ac:spMkLst>
            <pc:docMk/>
            <pc:sldMk cId="2473558660" sldId="264"/>
            <ac:spMk id="2" creationId="{7F282DA9-3F3E-475A-AFDA-0007C84EA5A2}"/>
          </ac:spMkLst>
        </pc:spChg>
        <pc:spChg chg="mod">
          <ac:chgData name="Martin Ramon Quintanilla" userId="S::mramonq@student.planetafp.es::babd9ed9-d31c-479a-9f44-46e8dc23751a" providerId="AD" clId="Web-{19488071-5790-1011-03B3-16C3A9FD8A7D}" dt="2026-10-06T12:08:12.975" v="875" actId="20577"/>
          <ac:spMkLst>
            <pc:docMk/>
            <pc:sldMk cId="2473558660" sldId="264"/>
            <ac:spMk id="3" creationId="{89D367A2-0FF7-5E08-CCBD-52E763E7A190}"/>
          </ac:spMkLst>
        </pc:spChg>
        <pc:picChg chg="add del mod">
          <ac:chgData name="Martin Ramon Quintanilla" userId="S::mramonq@student.planetafp.es::babd9ed9-d31c-479a-9f44-46e8dc23751a" providerId="AD" clId="Web-{19488071-5790-1011-03B3-16C3A9FD8A7D}" dt="2026-10-06T12:13:41.090" v="880"/>
          <ac:picMkLst>
            <pc:docMk/>
            <pc:sldMk cId="2473558660" sldId="264"/>
            <ac:picMk id="4" creationId="{E6A0A497-1A56-1C5E-42C2-DC8476C93916}"/>
          </ac:picMkLst>
        </pc:picChg>
      </pc:sldChg>
      <pc:sldChg chg="addSp delSp modSp new">
        <pc:chgData name="Martin Ramon Quintanilla" userId="S::mramonq@student.planetafp.es::babd9ed9-d31c-479a-9f44-46e8dc23751a" providerId="AD" clId="Web-{19488071-5790-1011-03B3-16C3A9FD8A7D}" dt="2026-10-06T12:14:16.155" v="899" actId="1076"/>
        <pc:sldMkLst>
          <pc:docMk/>
          <pc:sldMk cId="272543976" sldId="265"/>
        </pc:sldMkLst>
        <pc:spChg chg="mod">
          <ac:chgData name="Martin Ramon Quintanilla" userId="S::mramonq@student.planetafp.es::babd9ed9-d31c-479a-9f44-46e8dc23751a" providerId="AD" clId="Web-{19488071-5790-1011-03B3-16C3A9FD8A7D}" dt="2026-10-06T12:13:56.779" v="893" actId="20577"/>
          <ac:spMkLst>
            <pc:docMk/>
            <pc:sldMk cId="272543976" sldId="265"/>
            <ac:spMk id="2" creationId="{42D658EF-160F-F08F-E885-238BA1A39526}"/>
          </ac:spMkLst>
        </pc:spChg>
        <pc:spChg chg="del mod">
          <ac:chgData name="Martin Ramon Quintanilla" userId="S::mramonq@student.planetafp.es::babd9ed9-d31c-479a-9f44-46e8dc23751a" providerId="AD" clId="Web-{19488071-5790-1011-03B3-16C3A9FD8A7D}" dt="2026-10-06T12:14:01.920" v="895"/>
          <ac:spMkLst>
            <pc:docMk/>
            <pc:sldMk cId="272543976" sldId="265"/>
            <ac:spMk id="3" creationId="{E220B46D-F4F3-399E-96E9-A48B5A078569}"/>
          </ac:spMkLst>
        </pc:spChg>
        <pc:picChg chg="add mod ord">
          <ac:chgData name="Martin Ramon Quintanilla" userId="S::mramonq@student.planetafp.es::babd9ed9-d31c-479a-9f44-46e8dc23751a" providerId="AD" clId="Web-{19488071-5790-1011-03B3-16C3A9FD8A7D}" dt="2026-10-06T12:14:16.155" v="899" actId="1076"/>
          <ac:picMkLst>
            <pc:docMk/>
            <pc:sldMk cId="272543976" sldId="265"/>
            <ac:picMk id="4" creationId="{1ADCDF14-EFC4-D7A4-1479-91EC802E0530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527048" y="3227832"/>
            <a:ext cx="1828800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81160" y="4160520"/>
            <a:ext cx="2880360" cy="288036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77472" y="0"/>
            <a:ext cx="411480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l"/>
            <a:r>
              <a:rPr lang="es-ES" dirty="0" sz="4200" b="1">
                <a:solidFill>
                  <a:srgbClr val="FFFFFF"/>
                </a:solidFill>
                <a:latin typeface="Aptos Display"/>
              </a:rPr>
              <a:t>Funciones y objetos (POO)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7048" y="3657600"/>
            <a:ext cx="731520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s-ES" dirty="0" sz="1800">
                <a:solidFill>
                  <a:srgbClr val="DCE3EE"/>
                </a:solidFill>
                <a:latin typeface="Aptos"/>
              </a:rPr>
              <a:t>Martín Ramón Quintanilla</a:t>
            </a:r>
          </a:p>
          <a:p>
            <a:pPr algn="l"/>
            <a:r>
              <a:rPr lang="es-ES" dirty="0" sz="1500">
                <a:solidFill>
                  <a:srgbClr val="DCE3EE"/>
                </a:solidFill>
                <a:latin typeface="Aptos"/>
              </a:rPr>
              <a:t>Alumno del curso ESBDATA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081226" y="4126174"/>
            <a:ext cx="6018343" cy="213550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A9E90F-BD0E-A6BA-E6D3-E6CB0CDD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¿Qué son y para qué se utilizan las funciones en programación?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AA0938-8431-399C-A635-2F3EE9E57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Una función es un bloque de código que realiza una tarea específica.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Las funciones permiten reutilizar el código y estructurarlo de una manera más manejable.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Para definir funciones en Python se emplea la palabra reservada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def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.</a:t>
            </a:r>
          </a:p>
          <a:p>
            <a:pPr marL="0" indent="0">
              <a:spcAft>
                <a:spcPts val="800"/>
              </a:spcAft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DCA8AD-F5EF-AB05-8847-5F85244E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666" y="4217614"/>
            <a:ext cx="5835463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63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2523173" y="4245517"/>
            <a:ext cx="7145655" cy="177355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41F322-E523-1762-E296-FFE1B27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Parámetros de una función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C6800F-877A-1A74-865A-7F7140A60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Los parámetros son valores que se pasan a una función desde fuera de ella y que la función recibe y puede usar y procesar.</a:t>
            </a:r>
          </a:p>
          <a:p>
            <a:pPr marL="0" indent="0">
              <a:spcAft>
                <a:spcPts val="800"/>
              </a:spcAft>
              <a:buNone/>
            </a:pPr>
            <a:endParaRPr lang="es-E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En Python, comparado con otros lenguajes, no es necesario indicar los tipos de los parámetros, ya que es un lenguaje de tipado dinámico.</a:t>
            </a:r>
          </a:p>
          <a:p>
            <a:pPr marL="0" indent="0">
              <a:spcAft>
                <a:spcPts val="800"/>
              </a:spcAft>
              <a:buNone/>
            </a:pPr>
            <a:endParaRPr lang="es-ES" dirty="0"/>
          </a:p>
          <a:p>
            <a:pPr marL="0" indent="0">
              <a:spcAft>
                <a:spcPts val="800"/>
              </a:spcAft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BF6B40-65C9-C6B3-C95B-DEB7A3FAA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13" y="4336957"/>
            <a:ext cx="696277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2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BE8F11-28C2-6A33-1289-E7D806E0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Diferencia entre parámetros y argumentos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CFBA8E-B4D2-E49C-CA42-B628D773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El concepto de argumentos y parámetros están muy relacionados, aunque no son exactamente lo mismo.</a:t>
            </a:r>
          </a:p>
          <a:p>
            <a:pPr>
              <a:spcAft>
                <a:spcPts val="800"/>
              </a:spcAft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Los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parámetros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 son las variables que define la función. Ejemplo anterior: (a, b)</a:t>
            </a:r>
          </a:p>
          <a:p>
            <a:pPr>
              <a:spcAft>
                <a:spcPts val="800"/>
              </a:spcAft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Los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argumentos 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son los valores concretos que pasamos a la función en una invocación. Ejemplo anterior: (3, 5)</a:t>
            </a:r>
          </a:p>
        </p:txBody>
      </p:sp>
    </p:spTree>
    <p:extLst>
      <p:ext uri="{BB962C8B-B14F-4D97-AF65-F5344CB8AC3E}">
        <p14:creationId xmlns:p14="http://schemas.microsoft.com/office/powerpoint/2010/main" val="35407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851506" y="4521461"/>
            <a:ext cx="6488990" cy="19948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FA8283-FBC5-4616-4EC3-A68DEF969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Valor de retorno de una función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0817D4-D95F-CBB0-4FCA-35224C48D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Los valores de retorno son un resultado que, opcionalmente, se puede devolver desde una función y que puede ser usado en otra parte del código.</a:t>
            </a:r>
          </a:p>
          <a:p>
            <a:pPr marL="0" indent="0">
              <a:spcAft>
                <a:spcPts val="800"/>
              </a:spcAft>
              <a:buNone/>
            </a:pPr>
            <a:endParaRPr lang="es-E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En Python, al igual que para los parámetros, tampoco es necesario indicar el tipo de valor que se devuelve.</a:t>
            </a:r>
          </a:p>
          <a:p>
            <a:pPr marL="0" indent="0">
              <a:spcAft>
                <a:spcPts val="800"/>
              </a:spcAft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0B4023-BD15-FFE4-997C-8B47BC0C8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46" y="4612901"/>
            <a:ext cx="6306110" cy="181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8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670811" y="4183886"/>
            <a:ext cx="6839173" cy="14934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464AB8-34E1-0369-CCFC-161C0D1A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Funciones lambda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DBB180-6757-8E1B-CADC-85C82B586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Las funciones lambda son una sintaxis para declarar funciones anónimas.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La principal ventaja es su capacidad para ser creadas y utilizadas de forma inmediata.</a:t>
            </a:r>
          </a:p>
          <a:p>
            <a:pPr marL="0" indent="0">
              <a:spcAft>
                <a:spcPts val="800"/>
              </a:spcAft>
              <a:buNone/>
            </a:pPr>
            <a:endParaRPr lang="es-ES" dirty="0"/>
          </a:p>
          <a:p>
            <a:pPr marL="0" indent="0">
              <a:spcAft>
                <a:spcPts val="800"/>
              </a:spcAft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4C9A48-1666-D6FC-0991-438F32E8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1" y="4275326"/>
            <a:ext cx="6656293" cy="131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4851124" y="4443492"/>
            <a:ext cx="2823682" cy="23360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4FF2A0-4EFF-207E-FC4B-0DCAA759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 Funciones recursivas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9F89C7-CC12-EA05-F227-B895A551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La recursividad es un concepto en programación en el que una función se llama a sí misma para resolver un problema.</a:t>
            </a:r>
          </a:p>
          <a:p>
            <a:pPr marL="0" indent="0">
              <a:spcAft>
                <a:spcPts val="800"/>
              </a:spcAft>
              <a:buNone/>
            </a:pPr>
            <a:endParaRPr lang="es-E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Cuando la función deja de llamarse a sí misma, se denomina caso base. Al alcanzar el caso base, las llamadas recursivas regresan, liberan los marcos de pila y así la función original completa su tarea.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D3EE7C1D-80F5-314A-4ACA-3881A539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564" y="4534932"/>
            <a:ext cx="2640802" cy="21532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2C098C5-5A50-9CBA-A84F-E78FACB9514C}"/>
              </a:ext>
            </a:extLst>
          </p:cNvPr>
          <p:cNvSpPr txBox="1"/>
          <p:nvPr/>
        </p:nvSpPr>
        <p:spPr>
          <a:xfrm>
            <a:off x="7726679" y="5870448"/>
            <a:ext cx="2194560" cy="6400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dirty="0" sz="1100">
                <a:solidFill>
                  <a:srgbClr val="697484"/>
                </a:solidFill>
                <a:latin typeface="Aptos"/>
                <a:ea typeface="+mn-lt"/>
                <a:cs typeface="+mn-lt"/>
              </a:rPr>
              <a:t>Esquema de función recursiva</a:t>
            </a:r>
            <a:endParaRPr lang="es-ES" dirty="0"/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973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CCD6A6-7C12-90B8-6FCD-DB241C3C0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Programación Orientada a Objetos ( POO)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517DF6-5D30-CD17-F10F-5769B7101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La Programación Orientada a Objeto (POO) es un paradigma de programación, es decir, un modelo o estilo de programación, que se basa en clases y objetos.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La POO busca:</a:t>
            </a:r>
          </a:p>
          <a:p>
            <a:pPr marL="457200" indent="-457200">
              <a:spcAft>
                <a:spcPts val="800"/>
              </a:spcAft>
            </a:pPr>
            <a:r>
              <a:rPr lang="es-ES" sz="1750" b="1" dirty="0">
                <a:solidFill>
                  <a:srgbClr val="2D3440"/>
                </a:solidFill>
                <a:latin typeface="Aptos"/>
              </a:rPr>
              <a:t>Modularidad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: dividir un sistema en componentes independientes.</a:t>
            </a:r>
          </a:p>
          <a:p>
            <a:pPr marL="457200" indent="-457200">
              <a:spcAft>
                <a:spcPts val="800"/>
              </a:spcAft>
            </a:pPr>
            <a:r>
              <a:rPr lang="es-ES" sz="1750" b="1" dirty="0">
                <a:solidFill>
                  <a:srgbClr val="2D3440"/>
                </a:solidFill>
                <a:latin typeface="Aptos"/>
              </a:rPr>
              <a:t>Reutilización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: disponer de clases, facilita la reutilización del código.</a:t>
            </a:r>
          </a:p>
          <a:p>
            <a:pPr marL="457200" indent="-457200">
              <a:spcAft>
                <a:spcPts val="800"/>
              </a:spcAft>
            </a:pPr>
            <a:r>
              <a:rPr lang="es-ES" sz="1750" b="1" dirty="0">
                <a:solidFill>
                  <a:srgbClr val="2D3440"/>
                </a:solidFill>
                <a:latin typeface="Aptos"/>
              </a:rPr>
              <a:t>Flexibilidad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: permite adaptar el software a cambios en los requisitos o en el entorno de ejecución</a:t>
            </a:r>
          </a:p>
          <a:p>
            <a:pPr marL="457200" indent="-457200">
              <a:spcAft>
                <a:spcPts val="800"/>
              </a:spcAft>
            </a:pPr>
            <a:r>
              <a:rPr lang="es-ES" sz="1750" b="1" dirty="0">
                <a:solidFill>
                  <a:srgbClr val="2D3440"/>
                </a:solidFill>
                <a:latin typeface="Aptos"/>
              </a:rPr>
              <a:t>Escalabilidad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: permite agregar nuevos objetos y clases según sea necesario, sin afectar la estructura existente</a:t>
            </a:r>
          </a:p>
          <a:p>
            <a:pPr marL="0" indent="0">
              <a:spcAft>
                <a:spcPts val="80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425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282DA9-3F3E-475A-AFDA-0007C84E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¿Qué es un objeto?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D367A2-0FF7-5E08-CCBD-52E763E7A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4208"/>
            <a:ext cx="10378440" cy="4160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Un objeto es un elemento que representa una entidad real. En programación se representan</a:t>
            </a:r>
            <a:endParaRPr lang="es-ES" dirty="0"/>
          </a:p>
          <a:p>
            <a:pPr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como fragmentos de código compuestos por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propiedades 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(atributos) y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comportamientos</a:t>
            </a:r>
            <a:endParaRPr lang="es-ES" dirty="0"/>
          </a:p>
          <a:p>
            <a:pPr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(métodos).</a:t>
            </a:r>
          </a:p>
          <a:p>
            <a:pPr marL="342900" indent="-342900">
              <a:spcAft>
                <a:spcPts val="800"/>
              </a:spcAft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Las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propiedades 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representan su estado interno y se definen mediante variables llamadas atributos</a:t>
            </a:r>
          </a:p>
          <a:p>
            <a:pPr marL="342900" indent="-342900">
              <a:spcAft>
                <a:spcPts val="800"/>
              </a:spcAft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Los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comportamientos 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son acciones que se definen y se pueden realizar mediante métodos. Los métodos pueden modificar el estado del objeto, interactuar con otros objetos o realizar otras acciones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s-ES" sz="1750" dirty="0">
                <a:solidFill>
                  <a:srgbClr val="2D3440"/>
                </a:solidFill>
                <a:latin typeface="Aptos"/>
              </a:rPr>
              <a:t>Para trabajar con objetos, se ha de crear una </a:t>
            </a:r>
            <a:r>
              <a:rPr lang="es-ES" sz="1750" b="1" dirty="0">
                <a:solidFill>
                  <a:srgbClr val="2D3440"/>
                </a:solidFill>
                <a:latin typeface="Aptos"/>
              </a:rPr>
              <a:t>clase, </a:t>
            </a:r>
            <a:r>
              <a:rPr lang="es-ES" sz="1750" dirty="0">
                <a:solidFill>
                  <a:srgbClr val="2D3440"/>
                </a:solidFill>
                <a:latin typeface="Aptos"/>
              </a:rPr>
              <a:t>que es la estructura que se define para crear los objetos. En la clase se definen los atributos y métodos que tendrán los objetos.</a:t>
            </a:r>
          </a:p>
        </p:txBody>
      </p:sp>
    </p:spTree>
    <p:extLst>
      <p:ext uri="{BB962C8B-B14F-4D97-AF65-F5344CB8AC3E}">
        <p14:creationId xmlns:p14="http://schemas.microsoft.com/office/powerpoint/2010/main" val="247355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248" y="1490472"/>
            <a:ext cx="1143000" cy="502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7167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D658EF-160F-F08F-E885-238BA1A3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38912"/>
            <a:ext cx="10378440" cy="960120"/>
          </a:xfrm>
        </p:spPr>
        <p:txBody>
          <a:bodyPr anchor="ctr"/>
          <a:lstStyle/>
          <a:p>
            <a:pPr algn="l"/>
            <a:r>
              <a:rPr lang="es-ES" dirty="0" sz="2900" b="1">
                <a:solidFill>
                  <a:srgbClr val="14233C"/>
                </a:solidFill>
                <a:latin typeface="Aptos Display"/>
              </a:rPr>
              <a:t>Ejemplo de definición de un Objeto</a:t>
            </a:r>
          </a:p>
        </p:txBody>
      </p:sp>
      <p:pic>
        <p:nvPicPr>
          <p:cNvPr id="4" name="Marcador de contenido 3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1ADCDF14-EFC4-D7A4-1479-91EC802E0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7605" y="1990509"/>
            <a:ext cx="8516792" cy="287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39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Funciones y objetos (POO)</vt:lpstr>
      <vt:lpstr>¿Qué son y para que se utilizan las funciones en programación?</vt:lpstr>
      <vt:lpstr>Parámetros de una función</vt:lpstr>
      <vt:lpstr>Diferencia entre parámetros y argumentos</vt:lpstr>
      <vt:lpstr>Valor de retorno de una función</vt:lpstr>
      <vt:lpstr>Funciones lambda</vt:lpstr>
      <vt:lpstr> Funciones recursivas</vt:lpstr>
      <vt:lpstr>Programación Orientada a Objetos ( POO)</vt:lpstr>
      <vt:lpstr>¿Qué es un objeto?</vt:lpstr>
      <vt:lpstr>Ejemplo de definición de un Objeto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496</cp:revision>
  <dcterms:created xsi:type="dcterms:W3CDTF">2026-10-05T17:18:58Z</dcterms:created>
  <dcterms:modified xsi:type="dcterms:W3CDTF">2026-10-06T12:14:17Z</dcterms:modified>
</cp:coreProperties>
</file>